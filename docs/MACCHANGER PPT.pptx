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60" r:id="rId5"/>
    <p:sldId id="261" r:id="rId6"/>
    <p:sldId id="263" r:id="rId7"/>
    <p:sldId id="262" r:id="rId8"/>
    <p:sldId id="264" r:id="rId9"/>
    <p:sldId id="265" r:id="rId10"/>
    <p:sldId id="266" r:id="rId11"/>
    <p:sldId id="267" r:id="rId12"/>
    <p:sldId id="268" r:id="rId13"/>
    <p:sldId id="269" r:id="rId14"/>
    <p:sldId id="270" r:id="rId15"/>
    <p:sldId id="271" r:id="rId16"/>
    <p:sldId id="272" r:id="rId17"/>
    <p:sldId id="274" r:id="rId18"/>
    <p:sldId id="273" r:id="rId19"/>
    <p:sldId id="275" r:id="rId20"/>
    <p:sldId id="276" r:id="rId21"/>
    <p:sldId id="277" r:id="rId22"/>
    <p:sldId id="278" r:id="rId23"/>
    <p:sldId id="279" r:id="rId24"/>
    <p:sldId id="280" r:id="rId25"/>
    <p:sldId id="281" r:id="rId26"/>
    <p:sldId id="282" r:id="rId27"/>
    <p:sldId id="283" r:id="rId28"/>
    <p:sldId id="28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8" d="100"/>
          <a:sy n="88" d="100"/>
        </p:scale>
        <p:origin x="845"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3DAB5-4B6D-F041-066A-BD77AD358A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0AE999-BA21-73D7-A04C-951872E1BC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0487907-5619-7A1C-71A7-BCD71A3EFD5B}"/>
              </a:ext>
            </a:extLst>
          </p:cNvPr>
          <p:cNvSpPr>
            <a:spLocks noGrp="1"/>
          </p:cNvSpPr>
          <p:nvPr>
            <p:ph type="dt" sz="half" idx="10"/>
          </p:nvPr>
        </p:nvSpPr>
        <p:spPr/>
        <p:txBody>
          <a:bodyPr/>
          <a:lstStyle/>
          <a:p>
            <a:fld id="{E5B9B4B0-1E1F-4343-A629-E448F6750383}" type="datetimeFigureOut">
              <a:rPr lang="en-IN" smtClean="0"/>
              <a:t>04-10-2026</a:t>
            </a:fld>
            <a:endParaRPr lang="en-IN"/>
          </a:p>
        </p:txBody>
      </p:sp>
      <p:sp>
        <p:nvSpPr>
          <p:cNvPr id="5" name="Footer Placeholder 4">
            <a:extLst>
              <a:ext uri="{FF2B5EF4-FFF2-40B4-BE49-F238E27FC236}">
                <a16:creationId xmlns:a16="http://schemas.microsoft.com/office/drawing/2014/main" id="{C220DCB5-8A2F-E417-8E96-207B7103A9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AC6E4C-B8F2-662D-1750-96541F719F65}"/>
              </a:ext>
            </a:extLst>
          </p:cNvPr>
          <p:cNvSpPr>
            <a:spLocks noGrp="1"/>
          </p:cNvSpPr>
          <p:nvPr>
            <p:ph type="sldNum" sz="quarter" idx="12"/>
          </p:nvPr>
        </p:nvSpPr>
        <p:spPr/>
        <p:txBody>
          <a:bodyPr/>
          <a:lstStyle/>
          <a:p>
            <a:fld id="{C9861C20-B165-46EF-BCF4-64BB1C22679A}" type="slidenum">
              <a:rPr lang="en-IN" smtClean="0"/>
              <a:t>‹#›</a:t>
            </a:fld>
            <a:endParaRPr lang="en-IN"/>
          </a:p>
        </p:txBody>
      </p:sp>
    </p:spTree>
    <p:extLst>
      <p:ext uri="{BB962C8B-B14F-4D97-AF65-F5344CB8AC3E}">
        <p14:creationId xmlns:p14="http://schemas.microsoft.com/office/powerpoint/2010/main" val="1863670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A048-22E8-F36A-4FA4-D725E6EF92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D1B243-FE0C-2FA8-3068-5AAB52E613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8148D1-04CF-A12D-0066-435F7754FA04}"/>
              </a:ext>
            </a:extLst>
          </p:cNvPr>
          <p:cNvSpPr>
            <a:spLocks noGrp="1"/>
          </p:cNvSpPr>
          <p:nvPr>
            <p:ph type="dt" sz="half" idx="10"/>
          </p:nvPr>
        </p:nvSpPr>
        <p:spPr/>
        <p:txBody>
          <a:bodyPr/>
          <a:lstStyle/>
          <a:p>
            <a:fld id="{E5B9B4B0-1E1F-4343-A629-E448F6750383}" type="datetimeFigureOut">
              <a:rPr lang="en-IN" smtClean="0"/>
              <a:t>04-10-2026</a:t>
            </a:fld>
            <a:endParaRPr lang="en-IN"/>
          </a:p>
        </p:txBody>
      </p:sp>
      <p:sp>
        <p:nvSpPr>
          <p:cNvPr id="5" name="Footer Placeholder 4">
            <a:extLst>
              <a:ext uri="{FF2B5EF4-FFF2-40B4-BE49-F238E27FC236}">
                <a16:creationId xmlns:a16="http://schemas.microsoft.com/office/drawing/2014/main" id="{AA5575DE-2CE4-1686-AE73-9CE4D922D3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A150C3-DB16-4CEE-34E0-119B03D9203D}"/>
              </a:ext>
            </a:extLst>
          </p:cNvPr>
          <p:cNvSpPr>
            <a:spLocks noGrp="1"/>
          </p:cNvSpPr>
          <p:nvPr>
            <p:ph type="sldNum" sz="quarter" idx="12"/>
          </p:nvPr>
        </p:nvSpPr>
        <p:spPr/>
        <p:txBody>
          <a:bodyPr/>
          <a:lstStyle/>
          <a:p>
            <a:fld id="{C9861C20-B165-46EF-BCF4-64BB1C22679A}" type="slidenum">
              <a:rPr lang="en-IN" smtClean="0"/>
              <a:t>‹#›</a:t>
            </a:fld>
            <a:endParaRPr lang="en-IN"/>
          </a:p>
        </p:txBody>
      </p:sp>
    </p:spTree>
    <p:extLst>
      <p:ext uri="{BB962C8B-B14F-4D97-AF65-F5344CB8AC3E}">
        <p14:creationId xmlns:p14="http://schemas.microsoft.com/office/powerpoint/2010/main" val="226705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EE662-4AF6-8FFD-432C-1E6FBFF523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9AB43DC-3A90-9675-EC54-FF5972F337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2DFB24-127D-BDDE-61A0-68A1D835E2BD}"/>
              </a:ext>
            </a:extLst>
          </p:cNvPr>
          <p:cNvSpPr>
            <a:spLocks noGrp="1"/>
          </p:cNvSpPr>
          <p:nvPr>
            <p:ph type="dt" sz="half" idx="10"/>
          </p:nvPr>
        </p:nvSpPr>
        <p:spPr/>
        <p:txBody>
          <a:bodyPr/>
          <a:lstStyle/>
          <a:p>
            <a:fld id="{E5B9B4B0-1E1F-4343-A629-E448F6750383}" type="datetimeFigureOut">
              <a:rPr lang="en-IN" smtClean="0"/>
              <a:t>04-10-2026</a:t>
            </a:fld>
            <a:endParaRPr lang="en-IN"/>
          </a:p>
        </p:txBody>
      </p:sp>
      <p:sp>
        <p:nvSpPr>
          <p:cNvPr id="5" name="Footer Placeholder 4">
            <a:extLst>
              <a:ext uri="{FF2B5EF4-FFF2-40B4-BE49-F238E27FC236}">
                <a16:creationId xmlns:a16="http://schemas.microsoft.com/office/drawing/2014/main" id="{F0F7B764-601A-CB43-B34C-55BB7C9195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170C60-2409-F866-3CC1-1824B58A0649}"/>
              </a:ext>
            </a:extLst>
          </p:cNvPr>
          <p:cNvSpPr>
            <a:spLocks noGrp="1"/>
          </p:cNvSpPr>
          <p:nvPr>
            <p:ph type="sldNum" sz="quarter" idx="12"/>
          </p:nvPr>
        </p:nvSpPr>
        <p:spPr/>
        <p:txBody>
          <a:bodyPr/>
          <a:lstStyle/>
          <a:p>
            <a:fld id="{C9861C20-B165-46EF-BCF4-64BB1C22679A}" type="slidenum">
              <a:rPr lang="en-IN" smtClean="0"/>
              <a:t>‹#›</a:t>
            </a:fld>
            <a:endParaRPr lang="en-IN"/>
          </a:p>
        </p:txBody>
      </p:sp>
    </p:spTree>
    <p:extLst>
      <p:ext uri="{BB962C8B-B14F-4D97-AF65-F5344CB8AC3E}">
        <p14:creationId xmlns:p14="http://schemas.microsoft.com/office/powerpoint/2010/main" val="1794826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3485E-BE3A-5D11-72B4-246E1EB1AA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8C66E4-9467-F353-C912-39CAD6F4C4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32654B3-8225-6946-6DCD-ED4B722AB1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22D604-1281-D5E9-321E-19B7376DC85F}"/>
              </a:ext>
            </a:extLst>
          </p:cNvPr>
          <p:cNvSpPr>
            <a:spLocks noGrp="1"/>
          </p:cNvSpPr>
          <p:nvPr>
            <p:ph type="dt" sz="half" idx="10"/>
          </p:nvPr>
        </p:nvSpPr>
        <p:spPr/>
        <p:txBody>
          <a:bodyPr/>
          <a:lstStyle/>
          <a:p>
            <a:fld id="{E5B9B4B0-1E1F-4343-A629-E448F6750383}" type="datetimeFigureOut">
              <a:rPr lang="en-IN" smtClean="0"/>
              <a:t>04-10-2026</a:t>
            </a:fld>
            <a:endParaRPr lang="en-IN"/>
          </a:p>
        </p:txBody>
      </p:sp>
      <p:sp>
        <p:nvSpPr>
          <p:cNvPr id="6" name="Footer Placeholder 5">
            <a:extLst>
              <a:ext uri="{FF2B5EF4-FFF2-40B4-BE49-F238E27FC236}">
                <a16:creationId xmlns:a16="http://schemas.microsoft.com/office/drawing/2014/main" id="{47DB5DA9-D4F0-B829-3057-E71E3C6428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98EE75-0B4D-9A37-52EA-483B742E1DE3}"/>
              </a:ext>
            </a:extLst>
          </p:cNvPr>
          <p:cNvSpPr>
            <a:spLocks noGrp="1"/>
          </p:cNvSpPr>
          <p:nvPr>
            <p:ph type="sldNum" sz="quarter" idx="12"/>
          </p:nvPr>
        </p:nvSpPr>
        <p:spPr/>
        <p:txBody>
          <a:bodyPr/>
          <a:lstStyle/>
          <a:p>
            <a:fld id="{C9861C20-B165-46EF-BCF4-64BB1C22679A}" type="slidenum">
              <a:rPr lang="en-IN" smtClean="0"/>
              <a:t>‹#›</a:t>
            </a:fld>
            <a:endParaRPr lang="en-IN"/>
          </a:p>
        </p:txBody>
      </p:sp>
    </p:spTree>
    <p:extLst>
      <p:ext uri="{BB962C8B-B14F-4D97-AF65-F5344CB8AC3E}">
        <p14:creationId xmlns:p14="http://schemas.microsoft.com/office/powerpoint/2010/main" val="4012150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1AB3C-38B6-970B-CC7F-ED13484A80E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0615C5-EFD7-2C9A-BD08-A75D9382D9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8ECE5B-EF14-D8F8-464A-F80ED6D92D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F1BECDA-75EB-835F-40D3-DF7BF332A4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992BAA-C3ED-0679-043D-A2769113C4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27E20BF-7495-BDAA-5BB4-4AF0DFBBDA67}"/>
              </a:ext>
            </a:extLst>
          </p:cNvPr>
          <p:cNvSpPr>
            <a:spLocks noGrp="1"/>
          </p:cNvSpPr>
          <p:nvPr>
            <p:ph type="dt" sz="half" idx="10"/>
          </p:nvPr>
        </p:nvSpPr>
        <p:spPr/>
        <p:txBody>
          <a:bodyPr/>
          <a:lstStyle/>
          <a:p>
            <a:fld id="{E5B9B4B0-1E1F-4343-A629-E448F6750383}" type="datetimeFigureOut">
              <a:rPr lang="en-IN" smtClean="0"/>
              <a:t>04-10-2026</a:t>
            </a:fld>
            <a:endParaRPr lang="en-IN"/>
          </a:p>
        </p:txBody>
      </p:sp>
      <p:sp>
        <p:nvSpPr>
          <p:cNvPr id="8" name="Footer Placeholder 7">
            <a:extLst>
              <a:ext uri="{FF2B5EF4-FFF2-40B4-BE49-F238E27FC236}">
                <a16:creationId xmlns:a16="http://schemas.microsoft.com/office/drawing/2014/main" id="{C3436814-AF15-DC7F-31BD-CBDB35E50DA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6EE897-F0EA-C419-6525-1C117DE02605}"/>
              </a:ext>
            </a:extLst>
          </p:cNvPr>
          <p:cNvSpPr>
            <a:spLocks noGrp="1"/>
          </p:cNvSpPr>
          <p:nvPr>
            <p:ph type="sldNum" sz="quarter" idx="12"/>
          </p:nvPr>
        </p:nvSpPr>
        <p:spPr/>
        <p:txBody>
          <a:bodyPr/>
          <a:lstStyle/>
          <a:p>
            <a:fld id="{C9861C20-B165-46EF-BCF4-64BB1C22679A}" type="slidenum">
              <a:rPr lang="en-IN" smtClean="0"/>
              <a:t>‹#›</a:t>
            </a:fld>
            <a:endParaRPr lang="en-IN"/>
          </a:p>
        </p:txBody>
      </p:sp>
    </p:spTree>
    <p:extLst>
      <p:ext uri="{BB962C8B-B14F-4D97-AF65-F5344CB8AC3E}">
        <p14:creationId xmlns:p14="http://schemas.microsoft.com/office/powerpoint/2010/main" val="4238321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53F21-5B30-E18A-24CB-E7032B7B2C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E22B91-C135-02A3-C76D-70B1378092F6}"/>
              </a:ext>
            </a:extLst>
          </p:cNvPr>
          <p:cNvSpPr>
            <a:spLocks noGrp="1"/>
          </p:cNvSpPr>
          <p:nvPr>
            <p:ph type="dt" sz="half" idx="10"/>
          </p:nvPr>
        </p:nvSpPr>
        <p:spPr/>
        <p:txBody>
          <a:bodyPr/>
          <a:lstStyle/>
          <a:p>
            <a:fld id="{E5B9B4B0-1E1F-4343-A629-E448F6750383}" type="datetimeFigureOut">
              <a:rPr lang="en-IN" smtClean="0"/>
              <a:t>04-10-2026</a:t>
            </a:fld>
            <a:endParaRPr lang="en-IN"/>
          </a:p>
        </p:txBody>
      </p:sp>
      <p:sp>
        <p:nvSpPr>
          <p:cNvPr id="4" name="Footer Placeholder 3">
            <a:extLst>
              <a:ext uri="{FF2B5EF4-FFF2-40B4-BE49-F238E27FC236}">
                <a16:creationId xmlns:a16="http://schemas.microsoft.com/office/drawing/2014/main" id="{3C7945DC-AB78-B807-5FF9-AD1318E0844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18E086-DD64-F9E5-D7BC-EE8D7148C87F}"/>
              </a:ext>
            </a:extLst>
          </p:cNvPr>
          <p:cNvSpPr>
            <a:spLocks noGrp="1"/>
          </p:cNvSpPr>
          <p:nvPr>
            <p:ph type="sldNum" sz="quarter" idx="12"/>
          </p:nvPr>
        </p:nvSpPr>
        <p:spPr/>
        <p:txBody>
          <a:bodyPr/>
          <a:lstStyle/>
          <a:p>
            <a:fld id="{C9861C20-B165-46EF-BCF4-64BB1C22679A}" type="slidenum">
              <a:rPr lang="en-IN" smtClean="0"/>
              <a:t>‹#›</a:t>
            </a:fld>
            <a:endParaRPr lang="en-IN"/>
          </a:p>
        </p:txBody>
      </p:sp>
    </p:spTree>
    <p:extLst>
      <p:ext uri="{BB962C8B-B14F-4D97-AF65-F5344CB8AC3E}">
        <p14:creationId xmlns:p14="http://schemas.microsoft.com/office/powerpoint/2010/main" val="1247322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CFFC8D-7223-0DA2-13A9-B53EE4CC62F7}"/>
              </a:ext>
            </a:extLst>
          </p:cNvPr>
          <p:cNvSpPr>
            <a:spLocks noGrp="1"/>
          </p:cNvSpPr>
          <p:nvPr>
            <p:ph type="dt" sz="half" idx="10"/>
          </p:nvPr>
        </p:nvSpPr>
        <p:spPr/>
        <p:txBody>
          <a:bodyPr/>
          <a:lstStyle/>
          <a:p>
            <a:fld id="{E5B9B4B0-1E1F-4343-A629-E448F6750383}" type="datetimeFigureOut">
              <a:rPr lang="en-IN" smtClean="0"/>
              <a:t>04-10-2026</a:t>
            </a:fld>
            <a:endParaRPr lang="en-IN"/>
          </a:p>
        </p:txBody>
      </p:sp>
      <p:sp>
        <p:nvSpPr>
          <p:cNvPr id="3" name="Footer Placeholder 2">
            <a:extLst>
              <a:ext uri="{FF2B5EF4-FFF2-40B4-BE49-F238E27FC236}">
                <a16:creationId xmlns:a16="http://schemas.microsoft.com/office/drawing/2014/main" id="{30FD4C43-555C-0116-24E9-646898A10D5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55D1D7-5B67-C786-46C1-F3A2F4D5D459}"/>
              </a:ext>
            </a:extLst>
          </p:cNvPr>
          <p:cNvSpPr>
            <a:spLocks noGrp="1"/>
          </p:cNvSpPr>
          <p:nvPr>
            <p:ph type="sldNum" sz="quarter" idx="12"/>
          </p:nvPr>
        </p:nvSpPr>
        <p:spPr/>
        <p:txBody>
          <a:bodyPr/>
          <a:lstStyle/>
          <a:p>
            <a:fld id="{C9861C20-B165-46EF-BCF4-64BB1C22679A}" type="slidenum">
              <a:rPr lang="en-IN" smtClean="0"/>
              <a:t>‹#›</a:t>
            </a:fld>
            <a:endParaRPr lang="en-IN"/>
          </a:p>
        </p:txBody>
      </p:sp>
    </p:spTree>
    <p:extLst>
      <p:ext uri="{BB962C8B-B14F-4D97-AF65-F5344CB8AC3E}">
        <p14:creationId xmlns:p14="http://schemas.microsoft.com/office/powerpoint/2010/main" val="3701423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26DCC-EA3B-1481-3CD0-20E7F736C7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5C00972-9431-3FED-41CA-51A6013340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65ACB5-CB3B-EDEF-6C41-4AC990281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F70519-CB15-BA98-9E6F-270D63EE17D7}"/>
              </a:ext>
            </a:extLst>
          </p:cNvPr>
          <p:cNvSpPr>
            <a:spLocks noGrp="1"/>
          </p:cNvSpPr>
          <p:nvPr>
            <p:ph type="dt" sz="half" idx="10"/>
          </p:nvPr>
        </p:nvSpPr>
        <p:spPr/>
        <p:txBody>
          <a:bodyPr/>
          <a:lstStyle/>
          <a:p>
            <a:fld id="{E5B9B4B0-1E1F-4343-A629-E448F6750383}" type="datetimeFigureOut">
              <a:rPr lang="en-IN" smtClean="0"/>
              <a:t>04-10-2026</a:t>
            </a:fld>
            <a:endParaRPr lang="en-IN"/>
          </a:p>
        </p:txBody>
      </p:sp>
      <p:sp>
        <p:nvSpPr>
          <p:cNvPr id="6" name="Footer Placeholder 5">
            <a:extLst>
              <a:ext uri="{FF2B5EF4-FFF2-40B4-BE49-F238E27FC236}">
                <a16:creationId xmlns:a16="http://schemas.microsoft.com/office/drawing/2014/main" id="{A7290971-1778-BDA9-EE54-4ECFF85B53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7929E1-13B9-05C5-3962-A8B954C88AE4}"/>
              </a:ext>
            </a:extLst>
          </p:cNvPr>
          <p:cNvSpPr>
            <a:spLocks noGrp="1"/>
          </p:cNvSpPr>
          <p:nvPr>
            <p:ph type="sldNum" sz="quarter" idx="12"/>
          </p:nvPr>
        </p:nvSpPr>
        <p:spPr/>
        <p:txBody>
          <a:bodyPr/>
          <a:lstStyle/>
          <a:p>
            <a:fld id="{C9861C20-B165-46EF-BCF4-64BB1C22679A}" type="slidenum">
              <a:rPr lang="en-IN" smtClean="0"/>
              <a:t>‹#›</a:t>
            </a:fld>
            <a:endParaRPr lang="en-IN"/>
          </a:p>
        </p:txBody>
      </p:sp>
    </p:spTree>
    <p:extLst>
      <p:ext uri="{BB962C8B-B14F-4D97-AF65-F5344CB8AC3E}">
        <p14:creationId xmlns:p14="http://schemas.microsoft.com/office/powerpoint/2010/main" val="1844943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A7AF5-35BA-17CC-73F1-22A0C697DA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7792EF7-8C50-E1EA-649F-020A022D2E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8A29A6-781E-88CA-39C8-982741682C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8692BA-E9EA-27F1-CDB1-F4F43C5343DB}"/>
              </a:ext>
            </a:extLst>
          </p:cNvPr>
          <p:cNvSpPr>
            <a:spLocks noGrp="1"/>
          </p:cNvSpPr>
          <p:nvPr>
            <p:ph type="dt" sz="half" idx="10"/>
          </p:nvPr>
        </p:nvSpPr>
        <p:spPr/>
        <p:txBody>
          <a:bodyPr/>
          <a:lstStyle/>
          <a:p>
            <a:fld id="{E5B9B4B0-1E1F-4343-A629-E448F6750383}" type="datetimeFigureOut">
              <a:rPr lang="en-IN" smtClean="0"/>
              <a:t>04-10-2026</a:t>
            </a:fld>
            <a:endParaRPr lang="en-IN"/>
          </a:p>
        </p:txBody>
      </p:sp>
      <p:sp>
        <p:nvSpPr>
          <p:cNvPr id="6" name="Footer Placeholder 5">
            <a:extLst>
              <a:ext uri="{FF2B5EF4-FFF2-40B4-BE49-F238E27FC236}">
                <a16:creationId xmlns:a16="http://schemas.microsoft.com/office/drawing/2014/main" id="{DE40F0F4-7F8F-5BC0-0745-67A3AE37AB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E67387-1BEF-7BA9-D91A-8A8B81A31737}"/>
              </a:ext>
            </a:extLst>
          </p:cNvPr>
          <p:cNvSpPr>
            <a:spLocks noGrp="1"/>
          </p:cNvSpPr>
          <p:nvPr>
            <p:ph type="sldNum" sz="quarter" idx="12"/>
          </p:nvPr>
        </p:nvSpPr>
        <p:spPr/>
        <p:txBody>
          <a:bodyPr/>
          <a:lstStyle/>
          <a:p>
            <a:fld id="{C9861C20-B165-46EF-BCF4-64BB1C22679A}" type="slidenum">
              <a:rPr lang="en-IN" smtClean="0"/>
              <a:t>‹#›</a:t>
            </a:fld>
            <a:endParaRPr lang="en-IN"/>
          </a:p>
        </p:txBody>
      </p:sp>
    </p:spTree>
    <p:extLst>
      <p:ext uri="{BB962C8B-B14F-4D97-AF65-F5344CB8AC3E}">
        <p14:creationId xmlns:p14="http://schemas.microsoft.com/office/powerpoint/2010/main" val="2958821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210D5-DFA5-1151-752C-D06683066A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5ED6F0-E49C-1B7C-3214-2F48B8BC0CC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588A36-65EA-87D1-CD56-A04DBE70B5C0}"/>
              </a:ext>
            </a:extLst>
          </p:cNvPr>
          <p:cNvSpPr>
            <a:spLocks noGrp="1"/>
          </p:cNvSpPr>
          <p:nvPr>
            <p:ph type="dt" sz="half" idx="10"/>
          </p:nvPr>
        </p:nvSpPr>
        <p:spPr/>
        <p:txBody>
          <a:bodyPr/>
          <a:lstStyle/>
          <a:p>
            <a:fld id="{E5B9B4B0-1E1F-4343-A629-E448F6750383}" type="datetimeFigureOut">
              <a:rPr lang="en-IN" smtClean="0"/>
              <a:t>04-10-2026</a:t>
            </a:fld>
            <a:endParaRPr lang="en-IN"/>
          </a:p>
        </p:txBody>
      </p:sp>
      <p:sp>
        <p:nvSpPr>
          <p:cNvPr id="5" name="Footer Placeholder 4">
            <a:extLst>
              <a:ext uri="{FF2B5EF4-FFF2-40B4-BE49-F238E27FC236}">
                <a16:creationId xmlns:a16="http://schemas.microsoft.com/office/drawing/2014/main" id="{68D3AF7B-FFC4-615F-94D0-F4163150AB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2D0F38-E20F-5A66-611A-A997A0199EBE}"/>
              </a:ext>
            </a:extLst>
          </p:cNvPr>
          <p:cNvSpPr>
            <a:spLocks noGrp="1"/>
          </p:cNvSpPr>
          <p:nvPr>
            <p:ph type="sldNum" sz="quarter" idx="12"/>
          </p:nvPr>
        </p:nvSpPr>
        <p:spPr/>
        <p:txBody>
          <a:bodyPr/>
          <a:lstStyle/>
          <a:p>
            <a:fld id="{C9861C20-B165-46EF-BCF4-64BB1C22679A}" type="slidenum">
              <a:rPr lang="en-IN" smtClean="0"/>
              <a:t>‹#›</a:t>
            </a:fld>
            <a:endParaRPr lang="en-IN"/>
          </a:p>
        </p:txBody>
      </p:sp>
    </p:spTree>
    <p:extLst>
      <p:ext uri="{BB962C8B-B14F-4D97-AF65-F5344CB8AC3E}">
        <p14:creationId xmlns:p14="http://schemas.microsoft.com/office/powerpoint/2010/main" val="4064973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B560D0-F21D-0EBD-4348-74B8671B661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C0F773-6BFF-E4BA-9B9F-FB94D3479D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5A4A75-B815-17F3-75CC-2834C22C0BAA}"/>
              </a:ext>
            </a:extLst>
          </p:cNvPr>
          <p:cNvSpPr>
            <a:spLocks noGrp="1"/>
          </p:cNvSpPr>
          <p:nvPr>
            <p:ph type="dt" sz="half" idx="10"/>
          </p:nvPr>
        </p:nvSpPr>
        <p:spPr/>
        <p:txBody>
          <a:bodyPr/>
          <a:lstStyle/>
          <a:p>
            <a:fld id="{E5B9B4B0-1E1F-4343-A629-E448F6750383}" type="datetimeFigureOut">
              <a:rPr lang="en-IN" smtClean="0"/>
              <a:t>04-10-2026</a:t>
            </a:fld>
            <a:endParaRPr lang="en-IN"/>
          </a:p>
        </p:txBody>
      </p:sp>
      <p:sp>
        <p:nvSpPr>
          <p:cNvPr id="5" name="Footer Placeholder 4">
            <a:extLst>
              <a:ext uri="{FF2B5EF4-FFF2-40B4-BE49-F238E27FC236}">
                <a16:creationId xmlns:a16="http://schemas.microsoft.com/office/drawing/2014/main" id="{C6010F4A-1252-9B27-F945-5ABB2BDFB7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C3FEDB-EA3D-0901-BD28-CA125F11B041}"/>
              </a:ext>
            </a:extLst>
          </p:cNvPr>
          <p:cNvSpPr>
            <a:spLocks noGrp="1"/>
          </p:cNvSpPr>
          <p:nvPr>
            <p:ph type="sldNum" sz="quarter" idx="12"/>
          </p:nvPr>
        </p:nvSpPr>
        <p:spPr/>
        <p:txBody>
          <a:bodyPr/>
          <a:lstStyle/>
          <a:p>
            <a:fld id="{C9861C20-B165-46EF-BCF4-64BB1C22679A}" type="slidenum">
              <a:rPr lang="en-IN" smtClean="0"/>
              <a:t>‹#›</a:t>
            </a:fld>
            <a:endParaRPr lang="en-IN"/>
          </a:p>
        </p:txBody>
      </p:sp>
    </p:spTree>
    <p:extLst>
      <p:ext uri="{BB962C8B-B14F-4D97-AF65-F5344CB8AC3E}">
        <p14:creationId xmlns:p14="http://schemas.microsoft.com/office/powerpoint/2010/main" val="3531925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CF4FB1-686C-4A81-CF28-80484E7EB2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388CCE-892B-6DE5-4A52-495433E3BF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A66D31-26E7-EA38-F175-34C6C8AC70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B9B4B0-1E1F-4343-A629-E448F6750383}" type="datetimeFigureOut">
              <a:rPr lang="en-IN" smtClean="0"/>
              <a:t>04-10-2026</a:t>
            </a:fld>
            <a:endParaRPr lang="en-IN"/>
          </a:p>
        </p:txBody>
      </p:sp>
      <p:sp>
        <p:nvSpPr>
          <p:cNvPr id="5" name="Footer Placeholder 4">
            <a:extLst>
              <a:ext uri="{FF2B5EF4-FFF2-40B4-BE49-F238E27FC236}">
                <a16:creationId xmlns:a16="http://schemas.microsoft.com/office/drawing/2014/main" id="{BA6DDE8D-57F8-87B2-F262-E598F229A8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D71C0CB-54DE-71C9-A32F-3F34D01BC2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861C20-B165-46EF-BCF4-64BB1C22679A}" type="slidenum">
              <a:rPr lang="en-IN" smtClean="0"/>
              <a:t>‹#›</a:t>
            </a:fld>
            <a:endParaRPr lang="en-IN"/>
          </a:p>
        </p:txBody>
      </p:sp>
    </p:spTree>
    <p:extLst>
      <p:ext uri="{BB962C8B-B14F-4D97-AF65-F5344CB8AC3E}">
        <p14:creationId xmlns:p14="http://schemas.microsoft.com/office/powerpoint/2010/main" val="2738123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8E12A-460C-63A3-762F-AC927849B705}"/>
              </a:ext>
            </a:extLst>
          </p:cNvPr>
          <p:cNvSpPr>
            <a:spLocks noGrp="1"/>
          </p:cNvSpPr>
          <p:nvPr>
            <p:ph type="ctrTitle"/>
          </p:nvPr>
        </p:nvSpPr>
        <p:spPr/>
        <p:txBody>
          <a:bodyPr>
            <a:normAutofit/>
          </a:bodyPr>
          <a:lstStyle/>
          <a:p>
            <a:r>
              <a:rPr lang="en-IN" sz="4900" dirty="0">
                <a:solidFill>
                  <a:schemeClr val="bg2"/>
                </a:solidFill>
                <a:latin typeface="Times New Roman" panose="02020603050405020304" pitchFamily="18" charset="0"/>
                <a:cs typeface="Times New Roman" panose="02020603050405020304" pitchFamily="18" charset="0"/>
              </a:rPr>
              <a:t>MACCHANGER AND WAZUH OPEN SOURCE SIEM</a:t>
            </a:r>
            <a:br>
              <a:rPr lang="en-IN" dirty="0"/>
            </a:br>
            <a:endParaRPr lang="en-IN" dirty="0"/>
          </a:p>
        </p:txBody>
      </p:sp>
      <p:sp>
        <p:nvSpPr>
          <p:cNvPr id="3" name="Subtitle 2">
            <a:extLst>
              <a:ext uri="{FF2B5EF4-FFF2-40B4-BE49-F238E27FC236}">
                <a16:creationId xmlns:a16="http://schemas.microsoft.com/office/drawing/2014/main" id="{1FF5AA91-16DE-FA1F-0990-6CC20FD545A3}"/>
              </a:ext>
            </a:extLst>
          </p:cNvPr>
          <p:cNvSpPr>
            <a:spLocks noGrp="1"/>
          </p:cNvSpPr>
          <p:nvPr>
            <p:ph type="subTitle" idx="1"/>
          </p:nvPr>
        </p:nvSpPr>
        <p:spPr>
          <a:xfrm>
            <a:off x="956345" y="3150625"/>
            <a:ext cx="10047321" cy="1655762"/>
          </a:xfrm>
        </p:spPr>
        <p:txBody>
          <a:bodyPr>
            <a:normAutofit fontScale="25000" lnSpcReduction="20000"/>
          </a:bodyPr>
          <a:lstStyle/>
          <a:p>
            <a:endParaRPr lang="en-IN" dirty="0">
              <a:solidFill>
                <a:srgbClr val="FF0000"/>
              </a:solidFill>
            </a:endParaRPr>
          </a:p>
          <a:p>
            <a:pPr algn="l"/>
            <a:endParaRPr lang="en-IN" dirty="0">
              <a:solidFill>
                <a:srgbClr val="FF0000"/>
              </a:solidFill>
              <a:latin typeface="Times New Roman" panose="02020603050405020304" pitchFamily="18" charset="0"/>
              <a:cs typeface="Times New Roman" panose="02020603050405020304" pitchFamily="18" charset="0"/>
            </a:endParaRPr>
          </a:p>
          <a:p>
            <a:pPr algn="l"/>
            <a:r>
              <a:rPr lang="en-IN" sz="8000" dirty="0">
                <a:solidFill>
                  <a:srgbClr val="FF0000"/>
                </a:solidFill>
                <a:latin typeface="Times New Roman" panose="02020603050405020304" pitchFamily="18" charset="0"/>
                <a:cs typeface="Times New Roman" panose="02020603050405020304" pitchFamily="18" charset="0"/>
              </a:rPr>
              <a:t>                                                     Submitted by </a:t>
            </a:r>
          </a:p>
          <a:p>
            <a:pPr algn="l"/>
            <a:endParaRPr lang="en-IN" sz="8000" dirty="0">
              <a:solidFill>
                <a:srgbClr val="FF0000"/>
              </a:solidFill>
              <a:latin typeface="Times New Roman" panose="02020603050405020304" pitchFamily="18" charset="0"/>
              <a:cs typeface="Times New Roman" panose="02020603050405020304" pitchFamily="18" charset="0"/>
            </a:endParaRPr>
          </a:p>
          <a:p>
            <a:pPr algn="l"/>
            <a:r>
              <a:rPr lang="en-IN" sz="7200" dirty="0">
                <a:solidFill>
                  <a:srgbClr val="FF0000"/>
                </a:solidFill>
                <a:latin typeface="Times New Roman" panose="02020603050405020304" pitchFamily="18" charset="0"/>
                <a:cs typeface="Times New Roman" panose="02020603050405020304" pitchFamily="18" charset="0"/>
              </a:rPr>
              <a:t>Name : Syed Taif Ahmed                                      Batch ID : 15-JUN-26-CSPP-BUN-750-WDM0930BAN                     </a:t>
            </a:r>
          </a:p>
          <a:p>
            <a:pPr algn="l"/>
            <a:r>
              <a:rPr lang="en-IN" sz="7200" dirty="0">
                <a:solidFill>
                  <a:srgbClr val="FF0000"/>
                </a:solidFill>
                <a:latin typeface="Times New Roman" panose="02020603050405020304" pitchFamily="18" charset="0"/>
                <a:cs typeface="Times New Roman" panose="02020603050405020304" pitchFamily="18" charset="0"/>
              </a:rPr>
              <a:t>Name : Sayad Mahapatra                                      Batch ID : 15-JUN-26-CSPP-BUN-750-WDM0930-BAN     </a:t>
            </a:r>
          </a:p>
          <a:p>
            <a:pPr algn="l"/>
            <a:r>
              <a:rPr lang="en-IN" sz="7200" dirty="0">
                <a:solidFill>
                  <a:srgbClr val="FF0000"/>
                </a:solidFill>
                <a:latin typeface="Times New Roman" panose="02020603050405020304" pitchFamily="18" charset="0"/>
                <a:cs typeface="Times New Roman" panose="02020603050405020304" pitchFamily="18" charset="0"/>
              </a:rPr>
              <a:t>Name : Kirankumar </a:t>
            </a:r>
            <a:r>
              <a:rPr lang="en-IN" sz="7200" dirty="0" err="1">
                <a:solidFill>
                  <a:srgbClr val="FF0000"/>
                </a:solidFill>
                <a:latin typeface="Times New Roman" panose="02020603050405020304" pitchFamily="18" charset="0"/>
                <a:cs typeface="Times New Roman" panose="02020603050405020304" pitchFamily="18" charset="0"/>
              </a:rPr>
              <a:t>Karabasappa</a:t>
            </a:r>
            <a:r>
              <a:rPr lang="en-IN" sz="7200" dirty="0">
                <a:solidFill>
                  <a:srgbClr val="FF0000"/>
                </a:solidFill>
                <a:latin typeface="Times New Roman" panose="02020603050405020304" pitchFamily="18" charset="0"/>
                <a:cs typeface="Times New Roman" panose="02020603050405020304" pitchFamily="18" charset="0"/>
              </a:rPr>
              <a:t> Benni              Batch ID : 15-JUN-26-CSPP-BUN-750-WDM0930-BAN</a:t>
            </a:r>
          </a:p>
          <a:p>
            <a:pPr algn="l"/>
            <a:r>
              <a:rPr lang="en-IN" sz="7200" dirty="0">
                <a:solidFill>
                  <a:srgbClr val="FF0000"/>
                </a:solidFill>
                <a:latin typeface="Times New Roman" panose="02020603050405020304" pitchFamily="18" charset="0"/>
                <a:cs typeface="Times New Roman" panose="02020603050405020304" pitchFamily="18" charset="0"/>
              </a:rPr>
              <a:t>Name : Md Mustafa Chand                                   Batch ID : 27-JUL-26-CSPP-BUN-750-WDM0930-BAN</a:t>
            </a:r>
          </a:p>
          <a:p>
            <a:pPr algn="l"/>
            <a:endParaRPr lang="en-IN" dirty="0">
              <a:solidFill>
                <a:srgbClr val="FF0000"/>
              </a:solidFill>
              <a:latin typeface="Times New Roman" panose="02020603050405020304" pitchFamily="18" charset="0"/>
              <a:cs typeface="Times New Roman" panose="02020603050405020304" pitchFamily="18" charset="0"/>
            </a:endParaRPr>
          </a:p>
          <a:p>
            <a:pPr algn="l"/>
            <a:endParaRPr lang="en-IN" sz="8000" dirty="0">
              <a:solidFill>
                <a:srgbClr val="FF0000"/>
              </a:solidFill>
              <a:latin typeface="Times New Roman" panose="02020603050405020304" pitchFamily="18" charset="0"/>
              <a:cs typeface="Times New Roman" panose="02020603050405020304" pitchFamily="18" charset="0"/>
            </a:endParaRPr>
          </a:p>
          <a:p>
            <a:pPr algn="l"/>
            <a:endParaRPr lang="en-IN" dirty="0">
              <a:solidFill>
                <a:srgbClr val="FF0000"/>
              </a:solidFill>
              <a:latin typeface="Times New Roman" panose="02020603050405020304" pitchFamily="18" charset="0"/>
              <a:cs typeface="Times New Roman" panose="02020603050405020304" pitchFamily="18" charset="0"/>
            </a:endParaRPr>
          </a:p>
          <a:p>
            <a:pPr algn="l"/>
            <a:endParaRPr lang="en-IN" dirty="0">
              <a:solidFill>
                <a:srgbClr val="FF0000"/>
              </a:solidFill>
              <a:latin typeface="Times New Roman" panose="02020603050405020304" pitchFamily="18" charset="0"/>
              <a:cs typeface="Times New Roman" panose="02020603050405020304" pitchFamily="18" charset="0"/>
            </a:endParaRPr>
          </a:p>
          <a:p>
            <a:pPr algn="l"/>
            <a:endParaRPr lang="en-IN" dirty="0">
              <a:solidFill>
                <a:srgbClr val="FF0000"/>
              </a:solidFill>
              <a:latin typeface="Times New Roman" panose="02020603050405020304" pitchFamily="18" charset="0"/>
              <a:cs typeface="Times New Roman" panose="02020603050405020304" pitchFamily="18" charset="0"/>
            </a:endParaRPr>
          </a:p>
          <a:p>
            <a:pPr algn="l"/>
            <a:endParaRPr lang="en-IN" dirty="0">
              <a:solidFill>
                <a:srgbClr val="FF0000"/>
              </a:solidFill>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S                      </a:t>
            </a:r>
          </a:p>
        </p:txBody>
      </p:sp>
    </p:spTree>
    <p:extLst>
      <p:ext uri="{BB962C8B-B14F-4D97-AF65-F5344CB8AC3E}">
        <p14:creationId xmlns:p14="http://schemas.microsoft.com/office/powerpoint/2010/main" val="372259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8AB88-0700-3F52-974E-F60E1E43299E}"/>
              </a:ext>
            </a:extLst>
          </p:cNvPr>
          <p:cNvSpPr>
            <a:spLocks noGrp="1"/>
          </p:cNvSpPr>
          <p:nvPr>
            <p:ph type="title"/>
          </p:nvPr>
        </p:nvSpPr>
        <p:spPr>
          <a:xfrm>
            <a:off x="838200" y="376700"/>
            <a:ext cx="9855740" cy="1325563"/>
          </a:xfrm>
        </p:spPr>
        <p:txBody>
          <a:bodyPr>
            <a:normAutofit/>
          </a:bodyPr>
          <a:lstStyle/>
          <a:p>
            <a:r>
              <a:rPr lang="en-IN" sz="3400" dirty="0">
                <a:latin typeface="Times New Roman" panose="02020603050405020304" pitchFamily="18" charset="0"/>
                <a:cs typeface="Times New Roman" panose="02020603050405020304" pitchFamily="18" charset="0"/>
              </a:rPr>
              <a:t>PROJECT OVERVIEW</a:t>
            </a:r>
          </a:p>
        </p:txBody>
      </p:sp>
      <p:sp>
        <p:nvSpPr>
          <p:cNvPr id="3" name="Content Placeholder 2">
            <a:extLst>
              <a:ext uri="{FF2B5EF4-FFF2-40B4-BE49-F238E27FC236}">
                <a16:creationId xmlns:a16="http://schemas.microsoft.com/office/drawing/2014/main" id="{4BE3B8E5-DE00-6CD8-ACEF-52C915014EB2}"/>
              </a:ext>
            </a:extLst>
          </p:cNvPr>
          <p:cNvSpPr>
            <a:spLocks noGrp="1"/>
          </p:cNvSpPr>
          <p:nvPr>
            <p:ph idx="1"/>
          </p:nvPr>
        </p:nvSpPr>
        <p:spPr>
          <a:xfrm>
            <a:off x="838200" y="1702263"/>
            <a:ext cx="10515600" cy="4351338"/>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project shows how it is possible to change the MAC address, check and monitor this process in a closed environment. The </a:t>
            </a:r>
            <a:r>
              <a:rPr lang="en-US" sz="2000" dirty="0" err="1">
                <a:latin typeface="Times New Roman" panose="02020603050405020304" pitchFamily="18" charset="0"/>
                <a:cs typeface="Times New Roman" panose="02020603050405020304" pitchFamily="18" charset="0"/>
              </a:rPr>
              <a:t>Macchanger</a:t>
            </a:r>
            <a:r>
              <a:rPr lang="en-US" sz="2000" dirty="0">
                <a:latin typeface="Times New Roman" panose="02020603050405020304" pitchFamily="18" charset="0"/>
                <a:cs typeface="Times New Roman" panose="02020603050405020304" pitchFamily="18" charset="0"/>
              </a:rPr>
              <a:t> utility was used in the project to change the MAC address for the experiment. The MAC filtering feature was used to check if the new MAC address is allowed or denied. The </a:t>
            </a:r>
            <a:r>
              <a:rPr lang="en-US" sz="2000" dirty="0" err="1">
                <a:latin typeface="Times New Roman" panose="02020603050405020304" pitchFamily="18" charset="0"/>
                <a:cs typeface="Times New Roman" panose="02020603050405020304" pitchFamily="18" charset="0"/>
              </a:rPr>
              <a:t>tcpdump</a:t>
            </a:r>
            <a:r>
              <a:rPr lang="en-US" sz="2000" dirty="0">
                <a:latin typeface="Times New Roman" panose="02020603050405020304" pitchFamily="18" charset="0"/>
                <a:cs typeface="Times New Roman" panose="02020603050405020304" pitchFamily="18" charset="0"/>
              </a:rPr>
              <a:t> utility was used to capture packets to see if the connection was established.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was used to monitor the system and send out an alert in case of a MAC address change. This experiment helps to understand how it is possible to monitor changes to the MAC address and better protect the network.</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5012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452EE-8575-87F3-471A-59F6E46B440C}"/>
              </a:ext>
            </a:extLst>
          </p:cNvPr>
          <p:cNvSpPr>
            <a:spLocks noGrp="1"/>
          </p:cNvSpPr>
          <p:nvPr>
            <p:ph type="ctrTitle"/>
          </p:nvPr>
        </p:nvSpPr>
        <p:spPr>
          <a:xfrm>
            <a:off x="-995422" y="670032"/>
            <a:ext cx="8565799" cy="725892"/>
          </a:xfrm>
        </p:spPr>
        <p:txBody>
          <a:bodyPr>
            <a:normAutofit/>
          </a:bodyPr>
          <a:lstStyle/>
          <a:p>
            <a:r>
              <a:rPr lang="en-IN" sz="3400" dirty="0">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CFE43FFD-4D48-B05F-F95A-F7206A7A7A0E}"/>
              </a:ext>
            </a:extLst>
          </p:cNvPr>
          <p:cNvSpPr>
            <a:spLocks noGrp="1"/>
          </p:cNvSpPr>
          <p:nvPr>
            <p:ph type="subTitle" idx="1"/>
          </p:nvPr>
        </p:nvSpPr>
        <p:spPr>
          <a:xfrm>
            <a:off x="836580" y="1651855"/>
            <a:ext cx="9776297" cy="4173167"/>
          </a:xfrm>
        </p:spPr>
        <p:txBody>
          <a:bodyPr>
            <a:noAutofit/>
          </a:bodyPr>
          <a:lstStyle/>
          <a:p>
            <a:pPr algn="just"/>
            <a:r>
              <a:rPr lang="en-US" sz="2000" dirty="0">
                <a:latin typeface="Times New Roman" panose="02020603050405020304" pitchFamily="18" charset="0"/>
                <a:cs typeface="Times New Roman" panose="02020603050405020304" pitchFamily="18" charset="0"/>
              </a:rPr>
              <a:t>MAC (Media Access Control) addresses are unique identifiers of devices in a network, but they can be modified using tools such as </a:t>
            </a:r>
            <a:r>
              <a:rPr lang="en-US" sz="2000" dirty="0" err="1">
                <a:latin typeface="Times New Roman" panose="02020603050405020304" pitchFamily="18" charset="0"/>
                <a:cs typeface="Times New Roman" panose="02020603050405020304" pitchFamily="18" charset="0"/>
              </a:rPr>
              <a:t>Macchanger</a:t>
            </a:r>
            <a:r>
              <a:rPr lang="en-US" sz="2000" dirty="0">
                <a:latin typeface="Times New Roman" panose="02020603050405020304" pitchFamily="18" charset="0"/>
                <a:cs typeface="Times New Roman" panose="02020603050405020304" pitchFamily="18" charset="0"/>
              </a:rPr>
              <a:t>. In this case, the recognition of devices by their MAC address and, therefore, their control is complicated. It becomes necessary to determine with high probability whether the MAC address of a device has been changed and notify administrators in a timely manner. With the help of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it is possible to monitor the state of the system and thereby detect changes in the MAC address. Such a scenario can mislead an administrator, for example, if he cannot distinguish between the real device and the one being tested. It becomes necessary to monitor connections on a regular basis and react immediately to suspicious activity. Timely detection and collection of evidence of tampering with this parameter will ensure high security and integrity of the network.</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1133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0BD12-CAAE-0A28-140B-99F8BEC86A47}"/>
              </a:ext>
            </a:extLst>
          </p:cNvPr>
          <p:cNvSpPr>
            <a:spLocks noGrp="1"/>
          </p:cNvSpPr>
          <p:nvPr>
            <p:ph type="title"/>
          </p:nvPr>
        </p:nvSpPr>
        <p:spPr/>
        <p:txBody>
          <a:bodyPr>
            <a:normAutofit/>
          </a:bodyPr>
          <a:lstStyle/>
          <a:p>
            <a:r>
              <a:rPr lang="en-IN" sz="3400"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7BAA2F37-223E-BF0D-93AA-645E8A1B6E18}"/>
              </a:ext>
            </a:extLst>
          </p:cNvPr>
          <p:cNvSpPr>
            <a:spLocks noGrp="1"/>
          </p:cNvSpPr>
          <p:nvPr>
            <p:ph idx="1"/>
          </p:nvPr>
        </p:nvSpPr>
        <p:spPr/>
        <p:txBody>
          <a:bodyPr>
            <a:normAutofit/>
          </a:bodyPr>
          <a:lstStyle/>
          <a:p>
            <a:pPr algn="just"/>
            <a:r>
              <a:rPr lang="en-IN" sz="2000" dirty="0">
                <a:latin typeface="Times New Roman" panose="02020603050405020304" pitchFamily="18" charset="0"/>
                <a:cs typeface="Times New Roman" panose="02020603050405020304" pitchFamily="18" charset="0"/>
              </a:rPr>
              <a:t>The main objectives of this project are as stated below:</a:t>
            </a:r>
          </a:p>
          <a:p>
            <a:pPr lvl="0" algn="just"/>
            <a:r>
              <a:rPr lang="en-IN" sz="2000" dirty="0">
                <a:latin typeface="Times New Roman" panose="02020603050405020304" pitchFamily="18" charset="0"/>
                <a:cs typeface="Times New Roman" panose="02020603050405020304" pitchFamily="18" charset="0"/>
              </a:rPr>
              <a:t>The original MAC address of this system will be identified and recorded.</a:t>
            </a:r>
          </a:p>
          <a:p>
            <a:pPr lvl="0" algn="just"/>
            <a:r>
              <a:rPr lang="en-IN" sz="2000" dirty="0">
                <a:latin typeface="Times New Roman" panose="02020603050405020304" pitchFamily="18" charset="0"/>
                <a:cs typeface="Times New Roman" panose="02020603050405020304" pitchFamily="18" charset="0"/>
              </a:rPr>
              <a:t>The presence and proper working of </a:t>
            </a:r>
            <a:r>
              <a:rPr lang="en-IN" sz="2000" dirty="0" err="1">
                <a:latin typeface="Times New Roman" panose="02020603050405020304" pitchFamily="18" charset="0"/>
                <a:cs typeface="Times New Roman" panose="02020603050405020304" pitchFamily="18" charset="0"/>
              </a:rPr>
              <a:t>Macchanger</a:t>
            </a:r>
            <a:r>
              <a:rPr lang="en-IN" sz="2000" dirty="0">
                <a:latin typeface="Times New Roman" panose="02020603050405020304" pitchFamily="18" charset="0"/>
                <a:cs typeface="Times New Roman" panose="02020603050405020304" pitchFamily="18" charset="0"/>
              </a:rPr>
              <a:t> will be determined.</a:t>
            </a:r>
          </a:p>
          <a:p>
            <a:pPr lvl="0" algn="just"/>
            <a:r>
              <a:rPr lang="en-IN" sz="2000" dirty="0">
                <a:latin typeface="Times New Roman" panose="02020603050405020304" pitchFamily="18" charset="0"/>
                <a:cs typeface="Times New Roman" panose="02020603050405020304" pitchFamily="18" charset="0"/>
              </a:rPr>
              <a:t>The MAC address will be changed to a different test address.</a:t>
            </a:r>
          </a:p>
          <a:p>
            <a:pPr lvl="0" algn="just"/>
            <a:r>
              <a:rPr lang="en-IN" sz="2000" dirty="0">
                <a:latin typeface="Times New Roman" panose="02020603050405020304" pitchFamily="18" charset="0"/>
                <a:cs typeface="Times New Roman" panose="02020603050405020304" pitchFamily="18" charset="0"/>
              </a:rPr>
              <a:t>It will be determined whether the MAC address was changed successfully or not.</a:t>
            </a:r>
          </a:p>
          <a:p>
            <a:pPr lvl="0" algn="just"/>
            <a:r>
              <a:rPr lang="en-IN" sz="2000" dirty="0">
                <a:latin typeface="Times New Roman" panose="02020603050405020304" pitchFamily="18" charset="0"/>
                <a:cs typeface="Times New Roman" panose="02020603050405020304" pitchFamily="18" charset="0"/>
              </a:rPr>
              <a:t>Ping traffic will be sent from Kali Linux to the Ubuntu </a:t>
            </a:r>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server.</a:t>
            </a:r>
          </a:p>
          <a:p>
            <a:pPr lvl="0" algn="just"/>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will be used to identify any MAC address changes.</a:t>
            </a:r>
          </a:p>
          <a:p>
            <a:pPr lvl="0" algn="just"/>
            <a:r>
              <a:rPr lang="en-IN" sz="2000" dirty="0">
                <a:latin typeface="Times New Roman" panose="02020603050405020304" pitchFamily="18" charset="0"/>
                <a:cs typeface="Times New Roman" panose="02020603050405020304" pitchFamily="18" charset="0"/>
              </a:rPr>
              <a:t>A test will be done to determine whether a changed MAC address is allowed or not.</a:t>
            </a:r>
          </a:p>
          <a:p>
            <a:pPr lvl="0" algn="just"/>
            <a:r>
              <a:rPr lang="en-IN" sz="2000" dirty="0">
                <a:latin typeface="Times New Roman" panose="02020603050405020304" pitchFamily="18" charset="0"/>
                <a:cs typeface="Times New Roman" panose="02020603050405020304" pitchFamily="18" charset="0"/>
              </a:rPr>
              <a:t>The MAC address will be changed back to its original value.</a:t>
            </a:r>
          </a:p>
          <a:p>
            <a:pPr lvl="0" algn="just"/>
            <a:r>
              <a:rPr lang="en-IN" sz="2000" dirty="0">
                <a:latin typeface="Times New Roman" panose="02020603050405020304" pitchFamily="18" charset="0"/>
                <a:cs typeface="Times New Roman" panose="02020603050405020304" pitchFamily="18" charset="0"/>
              </a:rPr>
              <a:t>A screenshot will be taken and the procedure documented.         </a:t>
            </a:r>
          </a:p>
          <a:p>
            <a:endParaRPr lang="en-IN" dirty="0"/>
          </a:p>
        </p:txBody>
      </p:sp>
    </p:spTree>
    <p:extLst>
      <p:ext uri="{BB962C8B-B14F-4D97-AF65-F5344CB8AC3E}">
        <p14:creationId xmlns:p14="http://schemas.microsoft.com/office/powerpoint/2010/main" val="3836926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F9BC0-8BE4-B81C-0AEF-99E4BFEA7C1F}"/>
              </a:ext>
            </a:extLst>
          </p:cNvPr>
          <p:cNvSpPr>
            <a:spLocks noGrp="1"/>
          </p:cNvSpPr>
          <p:nvPr>
            <p:ph type="title"/>
          </p:nvPr>
        </p:nvSpPr>
        <p:spPr>
          <a:xfrm>
            <a:off x="838200" y="793112"/>
            <a:ext cx="10040566" cy="747105"/>
          </a:xfrm>
        </p:spPr>
        <p:txBody>
          <a:bodyPr>
            <a:normAutofit fontScale="90000"/>
          </a:bodyPr>
          <a:lstStyle/>
          <a:p>
            <a:r>
              <a:rPr lang="en-IN" sz="3800" dirty="0">
                <a:latin typeface="Times New Roman" panose="02020603050405020304" pitchFamily="18" charset="0"/>
                <a:cs typeface="Times New Roman" panose="02020603050405020304" pitchFamily="18" charset="0"/>
              </a:rPr>
              <a:t>TOOLS AND TECHNOLOGIES</a:t>
            </a:r>
            <a:br>
              <a:rPr lang="en-IN" dirty="0"/>
            </a:br>
            <a:endParaRPr lang="en-IN" dirty="0"/>
          </a:p>
        </p:txBody>
      </p:sp>
      <p:sp>
        <p:nvSpPr>
          <p:cNvPr id="3" name="Content Placeholder 2">
            <a:extLst>
              <a:ext uri="{FF2B5EF4-FFF2-40B4-BE49-F238E27FC236}">
                <a16:creationId xmlns:a16="http://schemas.microsoft.com/office/drawing/2014/main" id="{70EAA827-256E-7533-1464-615AC61F1B07}"/>
              </a:ext>
            </a:extLst>
          </p:cNvPr>
          <p:cNvSpPr>
            <a:spLocks noGrp="1"/>
          </p:cNvSpPr>
          <p:nvPr>
            <p:ph idx="1"/>
          </p:nvPr>
        </p:nvSpPr>
        <p:spPr>
          <a:xfrm>
            <a:off x="838200" y="1540217"/>
            <a:ext cx="10515600" cy="4351338"/>
          </a:xfrm>
        </p:spPr>
        <p:txBody>
          <a:bodyPr>
            <a:normAutofit/>
          </a:bodyPr>
          <a:lstStyle/>
          <a:p>
            <a:pPr marL="0" indent="0" algn="just">
              <a:buNone/>
            </a:pPr>
            <a:r>
              <a:rPr lang="en-IN" sz="2000" dirty="0">
                <a:latin typeface="Times New Roman" panose="02020603050405020304" pitchFamily="18" charset="0"/>
                <a:cs typeface="Times New Roman" panose="02020603050405020304" pitchFamily="18" charset="0"/>
              </a:rPr>
              <a:t>1. VMware</a:t>
            </a:r>
          </a:p>
          <a:p>
            <a:pPr marL="0" indent="0" algn="just">
              <a:buNone/>
            </a:pPr>
            <a:r>
              <a:rPr lang="en-IN" sz="2000" dirty="0">
                <a:latin typeface="Times New Roman" panose="02020603050405020304" pitchFamily="18" charset="0"/>
                <a:cs typeface="Times New Roman" panose="02020603050405020304" pitchFamily="18" charset="0"/>
              </a:rPr>
              <a:t>The software is used to create and maintain virtual computers for the project.</a:t>
            </a:r>
          </a:p>
          <a:p>
            <a:pPr marL="0" indent="0" algn="just">
              <a:buNone/>
            </a:pPr>
            <a:r>
              <a:rPr lang="en-IN" sz="2000" dirty="0">
                <a:latin typeface="Times New Roman" panose="02020603050405020304" pitchFamily="18" charset="0"/>
                <a:cs typeface="Times New Roman" panose="02020603050405020304" pitchFamily="18" charset="0"/>
              </a:rPr>
              <a:t>2. Kali Linux</a:t>
            </a:r>
          </a:p>
          <a:p>
            <a:pPr marL="0" indent="0" algn="just">
              <a:buNone/>
            </a:pPr>
            <a:r>
              <a:rPr lang="en-IN" sz="2000" dirty="0">
                <a:latin typeface="Times New Roman" panose="02020603050405020304" pitchFamily="18" charset="0"/>
                <a:cs typeface="Times New Roman" panose="02020603050405020304" pitchFamily="18" charset="0"/>
              </a:rPr>
              <a:t>The distribution is used for testing purposes. It is utilized to alter the Media Access Control (MAC) address and fork network traffic.</a:t>
            </a:r>
          </a:p>
          <a:p>
            <a:pPr marL="0" indent="0" algn="just">
              <a:buNone/>
            </a:pPr>
            <a:r>
              <a:rPr lang="en-IN" sz="2000" dirty="0">
                <a:latin typeface="Times New Roman" panose="02020603050405020304" pitchFamily="18" charset="0"/>
                <a:cs typeface="Times New Roman" panose="02020603050405020304" pitchFamily="18" charset="0"/>
              </a:rPr>
              <a:t>3. Ubuntu</a:t>
            </a:r>
          </a:p>
          <a:p>
            <a:pPr marL="0" indent="0" algn="just">
              <a:buNone/>
            </a:pPr>
            <a:r>
              <a:rPr lang="en-IN" sz="2000" dirty="0">
                <a:latin typeface="Times New Roman" panose="02020603050405020304" pitchFamily="18" charset="0"/>
                <a:cs typeface="Times New Roman" panose="02020603050405020304" pitchFamily="18" charset="0"/>
              </a:rPr>
              <a:t>The platform is used as the server computer. The </a:t>
            </a:r>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tool is integrated into the system for network monitoring functionalities.</a:t>
            </a:r>
          </a:p>
          <a:p>
            <a:pPr marL="0" indent="0" algn="just">
              <a:buNone/>
            </a:pPr>
            <a:r>
              <a:rPr lang="en-IN" sz="2000" dirty="0">
                <a:latin typeface="Times New Roman" panose="02020603050405020304" pitchFamily="18" charset="0"/>
                <a:cs typeface="Times New Roman" panose="02020603050405020304" pitchFamily="18" charset="0"/>
              </a:rPr>
              <a:t>4. </a:t>
            </a:r>
            <a:r>
              <a:rPr lang="en-IN" sz="2000" dirty="0" err="1">
                <a:latin typeface="Times New Roman" panose="02020603050405020304" pitchFamily="18" charset="0"/>
                <a:cs typeface="Times New Roman" panose="02020603050405020304" pitchFamily="18" charset="0"/>
              </a:rPr>
              <a:t>Macchanger</a:t>
            </a:r>
            <a:endParaRPr lang="en-IN" sz="2000" dirty="0">
              <a:latin typeface="Times New Roman" panose="02020603050405020304" pitchFamily="18" charset="0"/>
              <a:cs typeface="Times New Roman" panose="02020603050405020304" pitchFamily="18" charset="0"/>
            </a:endParaRPr>
          </a:p>
          <a:p>
            <a:pPr marL="0" indent="0" algn="just">
              <a:buNone/>
            </a:pPr>
            <a:r>
              <a:rPr lang="en-IN" sz="2000" dirty="0">
                <a:latin typeface="Times New Roman" panose="02020603050405020304" pitchFamily="18" charset="0"/>
                <a:cs typeface="Times New Roman" panose="02020603050405020304" pitchFamily="18" charset="0"/>
              </a:rPr>
              <a:t>It is a command-line software that allows changing the MAC address in Kali Linux.</a:t>
            </a:r>
          </a:p>
          <a:p>
            <a:endParaRPr lang="en-IN" dirty="0"/>
          </a:p>
        </p:txBody>
      </p:sp>
    </p:spTree>
    <p:extLst>
      <p:ext uri="{BB962C8B-B14F-4D97-AF65-F5344CB8AC3E}">
        <p14:creationId xmlns:p14="http://schemas.microsoft.com/office/powerpoint/2010/main" val="3792111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EAD2E7-8CEF-CE16-7658-85852B775FF6}"/>
              </a:ext>
            </a:extLst>
          </p:cNvPr>
          <p:cNvSpPr txBox="1"/>
          <p:nvPr/>
        </p:nvSpPr>
        <p:spPr>
          <a:xfrm>
            <a:off x="1251625" y="1166826"/>
            <a:ext cx="9688749" cy="2246769"/>
          </a:xfrm>
          <a:prstGeom prst="rect">
            <a:avLst/>
          </a:prstGeom>
          <a:noFill/>
        </p:spPr>
        <p:txBody>
          <a:bodyPr wrap="square">
            <a:spAutoFit/>
          </a:bodyPr>
          <a:lstStyle/>
          <a:p>
            <a:pPr algn="just">
              <a:lnSpc>
                <a:spcPct val="100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6. </a:t>
            </a:r>
            <a:r>
              <a:rPr lang="en-IN" sz="2000" kern="100" dirty="0" err="1">
                <a:effectLst/>
                <a:latin typeface="Times New Roman" panose="02020603050405020304" pitchFamily="18" charset="0"/>
                <a:ea typeface="Aptos" panose="020B0004020202020204" pitchFamily="34" charset="0"/>
                <a:cs typeface="Times New Roman" panose="02020603050405020304" pitchFamily="18" charset="0"/>
              </a:rPr>
              <a:t>Wazuh</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0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The tool is used to monitor the traffic and trigger alerts when the traffic is altered. It helps detect the test due to the change in the Media Access Control (MAC) address.</a:t>
            </a:r>
          </a:p>
          <a:p>
            <a:pPr algn="just">
              <a:lnSpc>
                <a:spcPct val="100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7. Ping</a:t>
            </a:r>
          </a:p>
          <a:p>
            <a:pPr algn="just">
              <a:lnSpc>
                <a:spcPct val="100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It is a network utility used to send a request from Kali Linux to Ubuntu to test communication. The traffic is captured by </a:t>
            </a:r>
            <a:r>
              <a:rPr lang="en-IN" sz="2000" kern="100" dirty="0" err="1">
                <a:effectLst/>
                <a:latin typeface="Times New Roman" panose="02020603050405020304" pitchFamily="18" charset="0"/>
                <a:ea typeface="Aptos" panose="020B0004020202020204" pitchFamily="34" charset="0"/>
                <a:cs typeface="Times New Roman" panose="02020603050405020304" pitchFamily="18" charset="0"/>
              </a:rPr>
              <a:t>tcpdump</a:t>
            </a: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for analysis.        </a:t>
            </a:r>
          </a:p>
        </p:txBody>
      </p:sp>
    </p:spTree>
    <p:extLst>
      <p:ext uri="{BB962C8B-B14F-4D97-AF65-F5344CB8AC3E}">
        <p14:creationId xmlns:p14="http://schemas.microsoft.com/office/powerpoint/2010/main" val="2039939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5936-E763-EF16-CADF-E78674F6B7D7}"/>
              </a:ext>
            </a:extLst>
          </p:cNvPr>
          <p:cNvSpPr>
            <a:spLocks noGrp="1"/>
          </p:cNvSpPr>
          <p:nvPr>
            <p:ph type="title"/>
          </p:nvPr>
        </p:nvSpPr>
        <p:spPr/>
        <p:txBody>
          <a:bodyPr>
            <a:normAutofit/>
          </a:bodyPr>
          <a:lstStyle/>
          <a:p>
            <a:r>
              <a:rPr lang="en-IN" sz="3400" dirty="0">
                <a:latin typeface="Times New Roman" panose="02020603050405020304" pitchFamily="18" charset="0"/>
                <a:cs typeface="Times New Roman" panose="02020603050405020304" pitchFamily="18" charset="0"/>
              </a:rPr>
              <a:t>LAB ENVIRONMENT</a:t>
            </a:r>
          </a:p>
        </p:txBody>
      </p:sp>
      <p:sp>
        <p:nvSpPr>
          <p:cNvPr id="3" name="Content Placeholder 2">
            <a:extLst>
              <a:ext uri="{FF2B5EF4-FFF2-40B4-BE49-F238E27FC236}">
                <a16:creationId xmlns:a16="http://schemas.microsoft.com/office/drawing/2014/main" id="{A4CA9C98-B5A5-BECF-7DAF-9193AA18A7F1}"/>
              </a:ext>
            </a:extLst>
          </p:cNvPr>
          <p:cNvSpPr>
            <a:spLocks noGrp="1"/>
          </p:cNvSpPr>
          <p:nvPr>
            <p:ph idx="1"/>
          </p:nvPr>
        </p:nvSpPr>
        <p:spPr>
          <a:xfrm>
            <a:off x="838200" y="1690688"/>
            <a:ext cx="10515600" cy="4351338"/>
          </a:xfrm>
        </p:spPr>
        <p:txBody>
          <a:bodyPr>
            <a:normAutofit/>
          </a:bodyPr>
          <a:lstStyle/>
          <a:p>
            <a:pPr marL="0" indent="0" algn="just">
              <a:buNone/>
            </a:pPr>
            <a:r>
              <a:rPr lang="en-IN" sz="2000" dirty="0">
                <a:latin typeface="Times New Roman" panose="02020603050405020304" pitchFamily="18" charset="0"/>
                <a:cs typeface="Times New Roman" panose="02020603050405020304" pitchFamily="18" charset="0"/>
              </a:rPr>
              <a:t>For this practical task, our team of four members implemented a small virtual network, which was set up in the VMware platform in order to ensure the safe testing of the previously described procedure. The diagram below includes two virtual machines: Kali Linux, which is used to perform the testbed activities, and Ubuntu with </a:t>
            </a:r>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which is used to monitor the Kali Linux IP and MAC address changes.</a:t>
            </a:r>
          </a:p>
          <a:p>
            <a:pPr marL="0" indent="0" algn="just">
              <a:buNone/>
            </a:pPr>
            <a:r>
              <a:rPr lang="en-IN" sz="2000" dirty="0">
                <a:latin typeface="Times New Roman" panose="02020603050405020304" pitchFamily="18" charset="0"/>
                <a:cs typeface="Times New Roman" panose="02020603050405020304" pitchFamily="18" charset="0"/>
              </a:rPr>
              <a:t>The tools that were used for this practical assignment are as follows</a:t>
            </a:r>
          </a:p>
          <a:p>
            <a:pPr algn="just"/>
            <a:r>
              <a:rPr lang="en-IN" sz="2000" dirty="0">
                <a:latin typeface="Times New Roman" panose="02020603050405020304" pitchFamily="18" charset="0"/>
                <a:cs typeface="Times New Roman" panose="02020603050405020304" pitchFamily="18" charset="0"/>
              </a:rPr>
              <a:t>VMware – was used to build the virtual network environment.</a:t>
            </a:r>
          </a:p>
          <a:p>
            <a:pPr algn="just"/>
            <a:r>
              <a:rPr lang="en-IN" sz="2000" dirty="0">
                <a:latin typeface="Times New Roman" panose="02020603050405020304" pitchFamily="18" charset="0"/>
                <a:cs typeface="Times New Roman" panose="02020603050405020304" pitchFamily="18" charset="0"/>
              </a:rPr>
              <a:t>Kali Linux – was used as a host for implementing the test.</a:t>
            </a:r>
          </a:p>
          <a:p>
            <a:pPr algn="just"/>
            <a:r>
              <a:rPr lang="en-IN" sz="2000" dirty="0">
                <a:latin typeface="Times New Roman" panose="02020603050405020304" pitchFamily="18" charset="0"/>
                <a:cs typeface="Times New Roman" panose="02020603050405020304" pitchFamily="18" charset="0"/>
              </a:rPr>
              <a:t>Ubuntu – was used as a monitoring station.</a:t>
            </a:r>
          </a:p>
          <a:p>
            <a:pPr algn="just"/>
            <a:r>
              <a:rPr lang="en-IN" sz="2000" dirty="0" err="1">
                <a:latin typeface="Times New Roman" panose="02020603050405020304" pitchFamily="18" charset="0"/>
                <a:cs typeface="Times New Roman" panose="02020603050405020304" pitchFamily="18" charset="0"/>
              </a:rPr>
              <a:t>Macchanger</a:t>
            </a:r>
            <a:r>
              <a:rPr lang="en-IN" sz="2000" dirty="0">
                <a:latin typeface="Times New Roman" panose="02020603050405020304" pitchFamily="18" charset="0"/>
                <a:cs typeface="Times New Roman" panose="02020603050405020304" pitchFamily="18" charset="0"/>
              </a:rPr>
              <a:t> – was used to alter the MAC address.</a:t>
            </a:r>
          </a:p>
          <a:p>
            <a:pPr algn="just"/>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 was used to monitor the activities of the Kali Linux virtual machine.</a:t>
            </a:r>
          </a:p>
          <a:p>
            <a:endParaRPr lang="en-IN" dirty="0"/>
          </a:p>
        </p:txBody>
      </p:sp>
    </p:spTree>
    <p:extLst>
      <p:ext uri="{BB962C8B-B14F-4D97-AF65-F5344CB8AC3E}">
        <p14:creationId xmlns:p14="http://schemas.microsoft.com/office/powerpoint/2010/main" val="3967918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1A3F6F-31CC-C175-238C-42AD7936DF40}"/>
              </a:ext>
            </a:extLst>
          </p:cNvPr>
          <p:cNvSpPr txBox="1"/>
          <p:nvPr/>
        </p:nvSpPr>
        <p:spPr>
          <a:xfrm>
            <a:off x="1050587" y="778213"/>
            <a:ext cx="10914433" cy="4196020"/>
          </a:xfrm>
          <a:prstGeom prst="rect">
            <a:avLst/>
          </a:prstGeom>
          <a:noFill/>
        </p:spPr>
        <p:txBody>
          <a:bodyPr wrap="square">
            <a:spAutoFit/>
          </a:bodyPr>
          <a:lstStyle/>
          <a:p>
            <a:pPr algn="just">
              <a:lnSpc>
                <a:spcPct val="100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Network Information:</a:t>
            </a:r>
          </a:p>
          <a:p>
            <a:pPr marL="342900" lvl="0" indent="-342900" algn="just">
              <a:lnSpc>
                <a:spcPct val="100000"/>
              </a:lnSpc>
              <a:buFont typeface="Arial" panose="020B0604020202020204" pitchFamily="34" charset="0"/>
              <a:buChar char="•"/>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Kali Linux IP: 192.168.44.133</a:t>
            </a:r>
          </a:p>
          <a:p>
            <a:pPr marL="342900" lvl="0" indent="-342900" algn="just">
              <a:lnSpc>
                <a:spcPct val="100000"/>
              </a:lnSpc>
              <a:buFont typeface="Arial" panose="020B0604020202020204" pitchFamily="34" charset="0"/>
              <a:buChar char="•"/>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Ubuntu/</a:t>
            </a:r>
            <a:r>
              <a:rPr lang="en-IN" sz="2000" kern="100" dirty="0" err="1">
                <a:effectLst/>
                <a:latin typeface="Times New Roman" panose="02020603050405020304" pitchFamily="18" charset="0"/>
                <a:ea typeface="Aptos" panose="020B0004020202020204" pitchFamily="34" charset="0"/>
                <a:cs typeface="Times New Roman" panose="02020603050405020304" pitchFamily="18" charset="0"/>
              </a:rPr>
              <a:t>Wazuh</a:t>
            </a: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IP: 192.168.44.131</a:t>
            </a:r>
          </a:p>
          <a:p>
            <a:pPr marL="342900" lvl="0" indent="-342900" algn="just">
              <a:lnSpc>
                <a:spcPct val="100000"/>
              </a:lnSpc>
              <a:buFont typeface="Arial" panose="020B0604020202020204" pitchFamily="34" charset="0"/>
              <a:buChar char="•"/>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Kali Linux Original MAC: 00:0c:29:46:be:f9</a:t>
            </a:r>
          </a:p>
          <a:p>
            <a:pPr marL="342900" lvl="0" indent="-342900" algn="just">
              <a:lnSpc>
                <a:spcPct val="100000"/>
              </a:lnSpc>
              <a:spcAft>
                <a:spcPts val="800"/>
              </a:spcAft>
              <a:buFont typeface="Arial" panose="020B0604020202020204" pitchFamily="34" charset="0"/>
              <a:buChar char="•"/>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Test MAC: ca:c5:be:23:4a:c7</a:t>
            </a:r>
          </a:p>
          <a:p>
            <a:pPr algn="just">
              <a:lnSpc>
                <a:spcPct val="100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During the practical task, a procedure, which included the following stages, was fulfilled:</a:t>
            </a:r>
          </a:p>
          <a:p>
            <a:pPr marL="342900" lvl="0" indent="-342900" algn="just">
              <a:lnSpc>
                <a:spcPct val="100000"/>
              </a:lnSpc>
              <a:buFont typeface="Arial" panose="020B0604020202020204" pitchFamily="34" charset="0"/>
              <a:buChar char="•"/>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Determine the original MAC address of the Kali Linux virtual machine</a:t>
            </a:r>
          </a:p>
          <a:p>
            <a:pPr marL="342900" lvl="0" indent="-342900" algn="just">
              <a:lnSpc>
                <a:spcPct val="100000"/>
              </a:lnSpc>
              <a:buFont typeface="Arial" panose="020B0604020202020204" pitchFamily="34" charset="0"/>
              <a:buChar char="•"/>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Change the MAC address to the previously described one</a:t>
            </a:r>
          </a:p>
          <a:p>
            <a:pPr marL="342900" lvl="0" indent="-342900" algn="just">
              <a:lnSpc>
                <a:spcPct val="100000"/>
              </a:lnSpc>
              <a:spcAft>
                <a:spcPts val="800"/>
              </a:spcAft>
              <a:buFont typeface="Arial" panose="020B0604020202020204" pitchFamily="34" charset="0"/>
              <a:buChar char="•"/>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Monitor the address changing procedure with </a:t>
            </a:r>
            <a:r>
              <a:rPr lang="en-IN" sz="2000" kern="100" dirty="0" err="1">
                <a:effectLst/>
                <a:latin typeface="Times New Roman" panose="02020603050405020304" pitchFamily="18" charset="0"/>
                <a:ea typeface="Aptos" panose="020B0004020202020204" pitchFamily="34" charset="0"/>
                <a:cs typeface="Times New Roman" panose="02020603050405020304" pitchFamily="18" charset="0"/>
              </a:rPr>
              <a:t>Wazuh</a:t>
            </a:r>
            <a:endParaRPr lang="en-IN" sz="20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0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After the test was complete, the original address of the Kali Linux virtual machine was restored. Thus, the practical task was fulfilled in order to demonstrate the procedure, which can be used to change the virtual machine’s MAC address in the VMware environment.   </a:t>
            </a:r>
          </a:p>
        </p:txBody>
      </p:sp>
    </p:spTree>
    <p:extLst>
      <p:ext uri="{BB962C8B-B14F-4D97-AF65-F5344CB8AC3E}">
        <p14:creationId xmlns:p14="http://schemas.microsoft.com/office/powerpoint/2010/main" val="1367133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B22A4-6298-48F4-EFDF-8BA2186A4DD7}"/>
              </a:ext>
            </a:extLst>
          </p:cNvPr>
          <p:cNvSpPr>
            <a:spLocks noGrp="1"/>
          </p:cNvSpPr>
          <p:nvPr>
            <p:ph type="ctrTitle"/>
          </p:nvPr>
        </p:nvSpPr>
        <p:spPr>
          <a:xfrm>
            <a:off x="-1172902" y="253165"/>
            <a:ext cx="9143999" cy="1011676"/>
          </a:xfrm>
        </p:spPr>
        <p:txBody>
          <a:bodyPr>
            <a:normAutofit/>
          </a:bodyPr>
          <a:lstStyle/>
          <a:p>
            <a:r>
              <a:rPr lang="en-IN" sz="3400" dirty="0"/>
              <a:t>NETWORK ARCHITECTURE</a:t>
            </a:r>
          </a:p>
        </p:txBody>
      </p:sp>
      <p:sp>
        <p:nvSpPr>
          <p:cNvPr id="3" name="Subtitle 2">
            <a:extLst>
              <a:ext uri="{FF2B5EF4-FFF2-40B4-BE49-F238E27FC236}">
                <a16:creationId xmlns:a16="http://schemas.microsoft.com/office/drawing/2014/main" id="{A197F5A1-D4CE-1BDB-439A-9B95D14D8BA8}"/>
              </a:ext>
            </a:extLst>
          </p:cNvPr>
          <p:cNvSpPr>
            <a:spLocks noGrp="1"/>
          </p:cNvSpPr>
          <p:nvPr>
            <p:ph type="subTitle" idx="1"/>
          </p:nvPr>
        </p:nvSpPr>
        <p:spPr>
          <a:xfrm>
            <a:off x="0" y="1517515"/>
            <a:ext cx="12003932" cy="4854102"/>
          </a:xfrm>
        </p:spPr>
        <p:txBody>
          <a:bodyPr>
            <a:normAutofit/>
          </a:bodyPr>
          <a:lstStyle/>
          <a:p>
            <a:endParaRPr lang="en-IN"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49A59AA-DD76-6C82-2C2F-1F9B0700E146}"/>
              </a:ext>
            </a:extLst>
          </p:cNvPr>
          <p:cNvPicPr>
            <a:picLocks noChangeAspect="1"/>
          </p:cNvPicPr>
          <p:nvPr/>
        </p:nvPicPr>
        <p:blipFill>
          <a:blip r:embed="rId3"/>
          <a:stretch>
            <a:fillRect/>
          </a:stretch>
        </p:blipFill>
        <p:spPr>
          <a:xfrm>
            <a:off x="414797" y="1720687"/>
            <a:ext cx="11362405" cy="2305456"/>
          </a:xfrm>
          <a:prstGeom prst="rect">
            <a:avLst/>
          </a:prstGeom>
        </p:spPr>
      </p:pic>
      <p:sp>
        <p:nvSpPr>
          <p:cNvPr id="14" name="TextBox 13">
            <a:extLst>
              <a:ext uri="{FF2B5EF4-FFF2-40B4-BE49-F238E27FC236}">
                <a16:creationId xmlns:a16="http://schemas.microsoft.com/office/drawing/2014/main" id="{F5790D99-03CB-4855-93DA-7D7D91D45541}"/>
              </a:ext>
            </a:extLst>
          </p:cNvPr>
          <p:cNvSpPr txBox="1"/>
          <p:nvPr/>
        </p:nvSpPr>
        <p:spPr>
          <a:xfrm>
            <a:off x="950109" y="4676380"/>
            <a:ext cx="11053823" cy="430887"/>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Kali Linux → </a:t>
            </a:r>
            <a:r>
              <a:rPr lang="en-IN" sz="2000" dirty="0" err="1">
                <a:latin typeface="Times New Roman" panose="02020603050405020304" pitchFamily="18" charset="0"/>
                <a:cs typeface="Times New Roman" panose="02020603050405020304" pitchFamily="18" charset="0"/>
              </a:rPr>
              <a:t>Maachanger</a:t>
            </a:r>
            <a:r>
              <a:rPr lang="en-IN" sz="2000" dirty="0">
                <a:latin typeface="Times New Roman" panose="02020603050405020304" pitchFamily="18" charset="0"/>
                <a:cs typeface="Times New Roman" panose="02020603050405020304" pitchFamily="18" charset="0"/>
              </a:rPr>
              <a:t> → MAC Filter → </a:t>
            </a:r>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Agent → </a:t>
            </a:r>
            <a:r>
              <a:rPr lang="en-IN" sz="2000" dirty="0" err="1">
                <a:latin typeface="Times New Roman" panose="02020603050405020304" pitchFamily="18" charset="0"/>
                <a:cs typeface="Times New Roman" panose="02020603050405020304" pitchFamily="18" charset="0"/>
              </a:rPr>
              <a:t>Wazuh</a:t>
            </a:r>
            <a:r>
              <a:rPr lang="en-IN" sz="2000" dirty="0">
                <a:latin typeface="Times New Roman" panose="02020603050405020304" pitchFamily="18" charset="0"/>
                <a:cs typeface="Times New Roman" panose="02020603050405020304" pitchFamily="18" charset="0"/>
              </a:rPr>
              <a:t> Manager → MAC Change Alert</a:t>
            </a:r>
            <a:r>
              <a:rPr lang="en-IN" sz="2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91538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01398-677F-904A-0840-255BD2CB5A20}"/>
              </a:ext>
            </a:extLst>
          </p:cNvPr>
          <p:cNvSpPr>
            <a:spLocks noGrp="1"/>
          </p:cNvSpPr>
          <p:nvPr>
            <p:ph type="ctrTitle"/>
          </p:nvPr>
        </p:nvSpPr>
        <p:spPr>
          <a:xfrm>
            <a:off x="544750" y="138619"/>
            <a:ext cx="10308076" cy="1099226"/>
          </a:xfrm>
        </p:spPr>
        <p:txBody>
          <a:bodyPr>
            <a:noAutofit/>
          </a:bodyPr>
          <a:lstStyle/>
          <a:p>
            <a:r>
              <a:rPr lang="en-IN" sz="3400" dirty="0">
                <a:latin typeface="Times New Roman" panose="02020603050405020304" pitchFamily="18" charset="0"/>
                <a:cs typeface="Times New Roman" panose="02020603050405020304" pitchFamily="18" charset="0"/>
              </a:rPr>
              <a:t>PHASE 1 – MAC &amp; NETWORK SECURITY BASIC</a:t>
            </a:r>
          </a:p>
        </p:txBody>
      </p:sp>
      <p:sp>
        <p:nvSpPr>
          <p:cNvPr id="3" name="Subtitle 2">
            <a:extLst>
              <a:ext uri="{FF2B5EF4-FFF2-40B4-BE49-F238E27FC236}">
                <a16:creationId xmlns:a16="http://schemas.microsoft.com/office/drawing/2014/main" id="{9E64666E-0459-1EAF-8021-DEC7C72FBAFF}"/>
              </a:ext>
            </a:extLst>
          </p:cNvPr>
          <p:cNvSpPr>
            <a:spLocks noGrp="1"/>
          </p:cNvSpPr>
          <p:nvPr>
            <p:ph type="subTitle" idx="1"/>
          </p:nvPr>
        </p:nvSpPr>
        <p:spPr>
          <a:xfrm>
            <a:off x="933856" y="1608233"/>
            <a:ext cx="9918970" cy="3467911"/>
          </a:xfrm>
        </p:spPr>
        <p:txBody>
          <a:bodyPr>
            <a:normAutofit/>
          </a:bodyPr>
          <a:lstStyle/>
          <a:p>
            <a:pPr algn="just"/>
            <a:r>
              <a:rPr lang="en-IN" sz="2000" dirty="0">
                <a:latin typeface="Times New Roman" panose="02020603050405020304" pitchFamily="18" charset="0"/>
                <a:cs typeface="Times New Roman" panose="02020603050405020304" pitchFamily="18" charset="0"/>
              </a:rPr>
              <a:t>In this stage, we gain a general overview of networking fundamentals. In particular, we learned the principles of MAC addresses, IP addresses, ARP, Ethernet, and network interfaces. It will be helpful for understanding how networks work in general and what network security is about. In addition, the knowledge gained will help us perform practical exercises in the following stages.</a:t>
            </a:r>
          </a:p>
          <a:p>
            <a:pPr algn="just"/>
            <a:r>
              <a:rPr lang="en-IN" sz="2000" dirty="0">
                <a:latin typeface="Times New Roman" panose="02020603050405020304" pitchFamily="18" charset="0"/>
                <a:cs typeface="Times New Roman" panose="02020603050405020304" pitchFamily="18" charset="0"/>
              </a:rPr>
              <a:t>The Kali Linux system is connected to the network. The commands below were used to check the MAC address, IP address, and network connection of the system. The IP address of Kali Linux is 192.168.44.133. The ping utility was used to check if Kali Linux can communicate with the other device 192.168.44.131. It can be seen that there are replies from the ping command. This means that the two systems can communicate together.</a:t>
            </a:r>
          </a:p>
          <a:p>
            <a:endParaRPr lang="en-IN" dirty="0"/>
          </a:p>
        </p:txBody>
      </p:sp>
    </p:spTree>
    <p:extLst>
      <p:ext uri="{BB962C8B-B14F-4D97-AF65-F5344CB8AC3E}">
        <p14:creationId xmlns:p14="http://schemas.microsoft.com/office/powerpoint/2010/main" val="1656513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CD18CA-36CE-A776-D15E-97AD3DCA94CF}"/>
              </a:ext>
            </a:extLst>
          </p:cNvPr>
          <p:cNvPicPr>
            <a:picLocks noChangeAspect="1"/>
          </p:cNvPicPr>
          <p:nvPr/>
        </p:nvPicPr>
        <p:blipFill>
          <a:blip r:embed="rId3"/>
          <a:stretch>
            <a:fillRect/>
          </a:stretch>
        </p:blipFill>
        <p:spPr>
          <a:xfrm>
            <a:off x="1682885" y="1259383"/>
            <a:ext cx="9007813" cy="4645305"/>
          </a:xfrm>
          <a:prstGeom prst="rect">
            <a:avLst/>
          </a:prstGeom>
        </p:spPr>
      </p:pic>
    </p:spTree>
    <p:extLst>
      <p:ext uri="{BB962C8B-B14F-4D97-AF65-F5344CB8AC3E}">
        <p14:creationId xmlns:p14="http://schemas.microsoft.com/office/powerpoint/2010/main" val="570820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5F35D0-F901-82DE-347E-1384E3EACA5E}"/>
              </a:ext>
            </a:extLst>
          </p:cNvPr>
          <p:cNvSpPr txBox="1"/>
          <p:nvPr/>
        </p:nvSpPr>
        <p:spPr>
          <a:xfrm>
            <a:off x="1517514" y="875489"/>
            <a:ext cx="9163455" cy="1323439"/>
          </a:xfrm>
          <a:prstGeom prst="rect">
            <a:avLst/>
          </a:prstGeom>
          <a:noFill/>
        </p:spPr>
        <p:txBody>
          <a:bodyPr wrap="square">
            <a:spAutoFit/>
          </a:bodyPr>
          <a:lstStyle/>
          <a:p>
            <a:pPr algn="just">
              <a:lnSpc>
                <a:spcPct val="100000"/>
              </a:lnSpc>
              <a:spcAft>
                <a:spcPts val="800"/>
              </a:spcAft>
              <a:buNone/>
            </a:pP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The screen below shows that there is a successful ping to the device 192.168.44.131. This implies that there is a connection through the network with 0% packet loss. In addition, it can be seen that the </a:t>
            </a:r>
            <a:r>
              <a:rPr lang="en-IN" sz="2000" kern="100" dirty="0" err="1">
                <a:effectLst/>
                <a:latin typeface="Times New Roman" panose="02020603050405020304" pitchFamily="18" charset="0"/>
                <a:ea typeface="Aptos" panose="020B0004020202020204" pitchFamily="34" charset="0"/>
                <a:cs typeface="Times New Roman" panose="02020603050405020304" pitchFamily="18" charset="0"/>
              </a:rPr>
              <a:t>MACchanger</a:t>
            </a:r>
            <a:r>
              <a:rPr lang="en-IN" sz="2000" kern="100" dirty="0">
                <a:effectLst/>
                <a:latin typeface="Times New Roman" panose="02020603050405020304" pitchFamily="18" charset="0"/>
                <a:ea typeface="Aptos" panose="020B0004020202020204" pitchFamily="34" charset="0"/>
                <a:cs typeface="Times New Roman" panose="02020603050405020304" pitchFamily="18" charset="0"/>
              </a:rPr>
              <a:t> utility version 1.7.0 is ready to be used and will be used to test the MAC addresses.</a:t>
            </a:r>
          </a:p>
        </p:txBody>
      </p:sp>
      <p:pic>
        <p:nvPicPr>
          <p:cNvPr id="4" name="Picture 3">
            <a:extLst>
              <a:ext uri="{FF2B5EF4-FFF2-40B4-BE49-F238E27FC236}">
                <a16:creationId xmlns:a16="http://schemas.microsoft.com/office/drawing/2014/main" id="{EF1A3700-6E23-568B-4986-CA5DA917ED62}"/>
              </a:ext>
            </a:extLst>
          </p:cNvPr>
          <p:cNvPicPr>
            <a:picLocks noChangeAspect="1"/>
          </p:cNvPicPr>
          <p:nvPr/>
        </p:nvPicPr>
        <p:blipFill>
          <a:blip r:embed="rId3"/>
          <a:stretch>
            <a:fillRect/>
          </a:stretch>
        </p:blipFill>
        <p:spPr>
          <a:xfrm>
            <a:off x="1906619" y="2345700"/>
            <a:ext cx="8774350" cy="4056434"/>
          </a:xfrm>
          <a:prstGeom prst="rect">
            <a:avLst/>
          </a:prstGeom>
        </p:spPr>
      </p:pic>
    </p:spTree>
    <p:extLst>
      <p:ext uri="{BB962C8B-B14F-4D97-AF65-F5344CB8AC3E}">
        <p14:creationId xmlns:p14="http://schemas.microsoft.com/office/powerpoint/2010/main" val="3239722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0452F-0A9C-E137-E4B7-FF3DBCC01E51}"/>
              </a:ext>
            </a:extLst>
          </p:cNvPr>
          <p:cNvSpPr>
            <a:spLocks noGrp="1"/>
          </p:cNvSpPr>
          <p:nvPr>
            <p:ph type="ctrTitle"/>
          </p:nvPr>
        </p:nvSpPr>
        <p:spPr>
          <a:xfrm>
            <a:off x="156627" y="-970056"/>
            <a:ext cx="11392710" cy="3317131"/>
          </a:xfrm>
        </p:spPr>
        <p:txBody>
          <a:bodyPr>
            <a:normAutofit/>
          </a:bodyPr>
          <a:lstStyle/>
          <a:p>
            <a:r>
              <a:rPr lang="en-IN" sz="3400" dirty="0">
                <a:latin typeface="Times New Roman" panose="02020603050405020304" pitchFamily="18" charset="0"/>
                <a:cs typeface="Times New Roman" panose="02020603050405020304" pitchFamily="18" charset="0"/>
              </a:rPr>
              <a:t>PHASE 2 : MAC SPOOFING WITH MACCHANGER</a:t>
            </a:r>
            <a:br>
              <a:rPr lang="en-IN" sz="3400" dirty="0">
                <a:latin typeface="Times New Roman" panose="02020603050405020304" pitchFamily="18" charset="0"/>
                <a:cs typeface="Times New Roman" panose="02020603050405020304" pitchFamily="18" charset="0"/>
              </a:rPr>
            </a:b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BED5E01-7628-CC61-0CF3-F77B09601130}"/>
              </a:ext>
            </a:extLst>
          </p:cNvPr>
          <p:cNvSpPr>
            <a:spLocks noGrp="1"/>
          </p:cNvSpPr>
          <p:nvPr>
            <p:ph type="subTitle" idx="1"/>
          </p:nvPr>
        </p:nvSpPr>
        <p:spPr>
          <a:xfrm>
            <a:off x="962998" y="1773238"/>
            <a:ext cx="9144000" cy="1655762"/>
          </a:xfrm>
        </p:spPr>
        <p:txBody>
          <a:bodyPr>
            <a:noAutofit/>
          </a:bodyPr>
          <a:lstStyle/>
          <a:p>
            <a:pPr algn="just"/>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Macchanger</a:t>
            </a:r>
            <a:r>
              <a:rPr lang="en-US" sz="2000" dirty="0">
                <a:latin typeface="Times New Roman" panose="02020603050405020304" pitchFamily="18" charset="0"/>
                <a:cs typeface="Times New Roman" panose="02020603050405020304" pitchFamily="18" charset="0"/>
              </a:rPr>
              <a:t> utility was used to check the MAC address of the eth0 network interface. The current MAC address and the permanent MAC address were checked and found to be the same in the beginning. Therefore, no changes were made at the moment. Then the mac-</a:t>
            </a:r>
            <a:r>
              <a:rPr lang="en-US" sz="2000" dirty="0" err="1">
                <a:latin typeface="Times New Roman" panose="02020603050405020304" pitchFamily="18" charset="0"/>
                <a:cs typeface="Times New Roman" panose="02020603050405020304" pitchFamily="18" charset="0"/>
              </a:rPr>
              <a:t>filter.conf</a:t>
            </a:r>
            <a:r>
              <a:rPr lang="en-US" sz="2000" dirty="0">
                <a:latin typeface="Times New Roman" panose="02020603050405020304" pitchFamily="18" charset="0"/>
                <a:cs typeface="Times New Roman" panose="02020603050405020304" pitchFamily="18" charset="0"/>
              </a:rPr>
              <a:t> file was opened to configure it for the next stage of testing. This action allowed creating conditions for testing the MAC filter and MAC address changing in general. The described preparations were made in the controlled laboratory environment for security testing purposes.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0213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059413-7B27-D8F9-15EE-DC32FF941353}"/>
              </a:ext>
            </a:extLst>
          </p:cNvPr>
          <p:cNvPicPr>
            <a:picLocks noChangeAspect="1"/>
          </p:cNvPicPr>
          <p:nvPr/>
        </p:nvPicPr>
        <p:blipFill>
          <a:blip r:embed="rId3"/>
          <a:stretch>
            <a:fillRect/>
          </a:stretch>
        </p:blipFill>
        <p:spPr>
          <a:xfrm>
            <a:off x="1750979" y="1215957"/>
            <a:ext cx="8842443" cy="4426085"/>
          </a:xfrm>
          <a:prstGeom prst="rect">
            <a:avLst/>
          </a:prstGeom>
        </p:spPr>
      </p:pic>
    </p:spTree>
    <p:extLst>
      <p:ext uri="{BB962C8B-B14F-4D97-AF65-F5344CB8AC3E}">
        <p14:creationId xmlns:p14="http://schemas.microsoft.com/office/powerpoint/2010/main" val="4257110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AD2A3-AA97-05AE-BD45-D54F768604A9}"/>
              </a:ext>
            </a:extLst>
          </p:cNvPr>
          <p:cNvSpPr>
            <a:spLocks noGrp="1"/>
          </p:cNvSpPr>
          <p:nvPr>
            <p:ph type="ctrTitle"/>
          </p:nvPr>
        </p:nvSpPr>
        <p:spPr>
          <a:xfrm>
            <a:off x="-81023" y="135010"/>
            <a:ext cx="10648709" cy="2387600"/>
          </a:xfrm>
        </p:spPr>
        <p:txBody>
          <a:bodyPr>
            <a:normAutofit/>
          </a:bodyPr>
          <a:lstStyle/>
          <a:p>
            <a:r>
              <a:rPr lang="en-IN" sz="3400" dirty="0">
                <a:latin typeface="Times New Roman" panose="02020603050405020304" pitchFamily="18" charset="0"/>
                <a:cs typeface="Times New Roman" panose="02020603050405020304" pitchFamily="18" charset="0"/>
              </a:rPr>
              <a:t>PHASE 3 : CONTROLLED MAC FILTERING SIMULATION</a:t>
            </a:r>
            <a:br>
              <a:rPr lang="en-IN" dirty="0"/>
            </a:br>
            <a:endParaRPr lang="en-IN" dirty="0"/>
          </a:p>
        </p:txBody>
      </p:sp>
      <p:sp>
        <p:nvSpPr>
          <p:cNvPr id="3" name="Subtitle 2">
            <a:extLst>
              <a:ext uri="{FF2B5EF4-FFF2-40B4-BE49-F238E27FC236}">
                <a16:creationId xmlns:a16="http://schemas.microsoft.com/office/drawing/2014/main" id="{CE6F5A4A-361F-B1E4-656D-34F242C9CAC7}"/>
              </a:ext>
            </a:extLst>
          </p:cNvPr>
          <p:cNvSpPr>
            <a:spLocks noGrp="1"/>
          </p:cNvSpPr>
          <p:nvPr>
            <p:ph type="subTitle" idx="1"/>
          </p:nvPr>
        </p:nvSpPr>
        <p:spPr>
          <a:xfrm>
            <a:off x="1057827" y="2140521"/>
            <a:ext cx="9144000" cy="1655762"/>
          </a:xfrm>
        </p:spPr>
        <p:txBody>
          <a:bodyPr>
            <a:normAutofit fontScale="25000" lnSpcReduction="20000"/>
          </a:bodyPr>
          <a:lstStyle/>
          <a:p>
            <a:pPr algn="just"/>
            <a:r>
              <a:rPr lang="en-IN" sz="8000" dirty="0">
                <a:latin typeface="Times New Roman" panose="02020603050405020304" pitchFamily="18" charset="0"/>
                <a:cs typeface="Times New Roman" panose="02020603050405020304" pitchFamily="18" charset="0"/>
              </a:rPr>
              <a:t>A MAC filtering configuration was set up to permit only one MAC address to access the network. The allowed MAC address was added to the mac-</a:t>
            </a:r>
            <a:r>
              <a:rPr lang="en-IN" sz="8000" dirty="0" err="1">
                <a:latin typeface="Times New Roman" panose="02020603050405020304" pitchFamily="18" charset="0"/>
                <a:cs typeface="Times New Roman" panose="02020603050405020304" pitchFamily="18" charset="0"/>
              </a:rPr>
              <a:t>filter.conf</a:t>
            </a:r>
            <a:r>
              <a:rPr lang="en-IN" sz="8000" dirty="0">
                <a:latin typeface="Times New Roman" panose="02020603050405020304" pitchFamily="18" charset="0"/>
                <a:cs typeface="Times New Roman" panose="02020603050405020304" pitchFamily="18" charset="0"/>
              </a:rPr>
              <a:t> file. A shell script was then created to compare the current MAC address with the allowed MAC address in the configuration. If they match, the result is an ALLOWED device; otherwise, it is a BLOCKED device.</a:t>
            </a:r>
          </a:p>
          <a:p>
            <a:pPr algn="just"/>
            <a:r>
              <a:rPr lang="en-IN" sz="8000" dirty="0">
                <a:latin typeface="Times New Roman" panose="02020603050405020304" pitchFamily="18" charset="0"/>
                <a:cs typeface="Times New Roman" panose="02020603050405020304" pitchFamily="18" charset="0"/>
              </a:rPr>
              <a:t>The MAC filtering script was tested with two various MAC addresses. Firstly, with a current MAC address, the result was “BLOCKED” since it is not allowed. However, when changed to an allowed MAC, the result became “ALLOWED”. Secondly, a testing scope file was created to clearly describe the project environment, allowed and disallowed activities.</a:t>
            </a:r>
          </a:p>
          <a:p>
            <a:endParaRPr lang="en-IN" dirty="0"/>
          </a:p>
        </p:txBody>
      </p:sp>
    </p:spTree>
    <p:extLst>
      <p:ext uri="{BB962C8B-B14F-4D97-AF65-F5344CB8AC3E}">
        <p14:creationId xmlns:p14="http://schemas.microsoft.com/office/powerpoint/2010/main" val="2219534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565FC62-630F-7719-8685-279CC23B9992}"/>
              </a:ext>
            </a:extLst>
          </p:cNvPr>
          <p:cNvPicPr>
            <a:picLocks noChangeAspect="1"/>
          </p:cNvPicPr>
          <p:nvPr/>
        </p:nvPicPr>
        <p:blipFill>
          <a:blip r:embed="rId3"/>
          <a:stretch>
            <a:fillRect/>
          </a:stretch>
        </p:blipFill>
        <p:spPr>
          <a:xfrm>
            <a:off x="2071991" y="2282237"/>
            <a:ext cx="8200417" cy="3686783"/>
          </a:xfrm>
          <a:prstGeom prst="rect">
            <a:avLst/>
          </a:prstGeom>
        </p:spPr>
      </p:pic>
      <p:pic>
        <p:nvPicPr>
          <p:cNvPr id="5" name="Picture 4">
            <a:extLst>
              <a:ext uri="{FF2B5EF4-FFF2-40B4-BE49-F238E27FC236}">
                <a16:creationId xmlns:a16="http://schemas.microsoft.com/office/drawing/2014/main" id="{09ED3248-FD12-9542-5652-A4D1F6DD3614}"/>
              </a:ext>
            </a:extLst>
          </p:cNvPr>
          <p:cNvPicPr>
            <a:picLocks noChangeAspect="1"/>
          </p:cNvPicPr>
          <p:nvPr/>
        </p:nvPicPr>
        <p:blipFill>
          <a:blip r:embed="rId4"/>
          <a:stretch>
            <a:fillRect/>
          </a:stretch>
        </p:blipFill>
        <p:spPr>
          <a:xfrm>
            <a:off x="2071991" y="996327"/>
            <a:ext cx="8200417" cy="662997"/>
          </a:xfrm>
          <a:prstGeom prst="rect">
            <a:avLst/>
          </a:prstGeom>
        </p:spPr>
      </p:pic>
    </p:spTree>
    <p:extLst>
      <p:ext uri="{BB962C8B-B14F-4D97-AF65-F5344CB8AC3E}">
        <p14:creationId xmlns:p14="http://schemas.microsoft.com/office/powerpoint/2010/main" val="907631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3FCA7C-1290-3551-F0CD-37BC14057E58}"/>
              </a:ext>
            </a:extLst>
          </p:cNvPr>
          <p:cNvPicPr>
            <a:picLocks noChangeAspect="1"/>
          </p:cNvPicPr>
          <p:nvPr/>
        </p:nvPicPr>
        <p:blipFill>
          <a:blip r:embed="rId3"/>
          <a:stretch>
            <a:fillRect/>
          </a:stretch>
        </p:blipFill>
        <p:spPr>
          <a:xfrm>
            <a:off x="1987228" y="1809343"/>
            <a:ext cx="8217544" cy="4319081"/>
          </a:xfrm>
          <a:prstGeom prst="rect">
            <a:avLst/>
          </a:prstGeom>
        </p:spPr>
      </p:pic>
      <p:pic>
        <p:nvPicPr>
          <p:cNvPr id="5" name="Picture 4">
            <a:extLst>
              <a:ext uri="{FF2B5EF4-FFF2-40B4-BE49-F238E27FC236}">
                <a16:creationId xmlns:a16="http://schemas.microsoft.com/office/drawing/2014/main" id="{5A05357F-AF02-FD99-2008-CF6BC3F52C95}"/>
              </a:ext>
            </a:extLst>
          </p:cNvPr>
          <p:cNvPicPr>
            <a:picLocks noChangeAspect="1"/>
          </p:cNvPicPr>
          <p:nvPr/>
        </p:nvPicPr>
        <p:blipFill>
          <a:blip r:embed="rId4"/>
          <a:stretch>
            <a:fillRect/>
          </a:stretch>
        </p:blipFill>
        <p:spPr>
          <a:xfrm>
            <a:off x="1987228" y="729576"/>
            <a:ext cx="8217544" cy="662997"/>
          </a:xfrm>
          <a:prstGeom prst="rect">
            <a:avLst/>
          </a:prstGeom>
        </p:spPr>
      </p:pic>
    </p:spTree>
    <p:extLst>
      <p:ext uri="{BB962C8B-B14F-4D97-AF65-F5344CB8AC3E}">
        <p14:creationId xmlns:p14="http://schemas.microsoft.com/office/powerpoint/2010/main" val="4058012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CA3F1F-2DBF-A33C-C1B4-8E932C88345B}"/>
              </a:ext>
            </a:extLst>
          </p:cNvPr>
          <p:cNvPicPr>
            <a:picLocks noChangeAspect="1"/>
          </p:cNvPicPr>
          <p:nvPr/>
        </p:nvPicPr>
        <p:blipFill>
          <a:blip r:embed="rId3"/>
          <a:stretch>
            <a:fillRect/>
          </a:stretch>
        </p:blipFill>
        <p:spPr>
          <a:xfrm>
            <a:off x="3230245" y="1922780"/>
            <a:ext cx="5731510" cy="3012440"/>
          </a:xfrm>
          <a:prstGeom prst="rect">
            <a:avLst/>
          </a:prstGeom>
        </p:spPr>
      </p:pic>
      <p:pic>
        <p:nvPicPr>
          <p:cNvPr id="3" name="Picture 2">
            <a:extLst>
              <a:ext uri="{FF2B5EF4-FFF2-40B4-BE49-F238E27FC236}">
                <a16:creationId xmlns:a16="http://schemas.microsoft.com/office/drawing/2014/main" id="{51F4DBDE-89A6-2866-E842-55DB876FB1EE}"/>
              </a:ext>
            </a:extLst>
          </p:cNvPr>
          <p:cNvPicPr>
            <a:picLocks noChangeAspect="1"/>
          </p:cNvPicPr>
          <p:nvPr/>
        </p:nvPicPr>
        <p:blipFill>
          <a:blip r:embed="rId4"/>
          <a:stretch>
            <a:fillRect/>
          </a:stretch>
        </p:blipFill>
        <p:spPr>
          <a:xfrm>
            <a:off x="1994170" y="865761"/>
            <a:ext cx="8861898" cy="4883285"/>
          </a:xfrm>
          <a:prstGeom prst="rect">
            <a:avLst/>
          </a:prstGeom>
        </p:spPr>
      </p:pic>
    </p:spTree>
    <p:extLst>
      <p:ext uri="{BB962C8B-B14F-4D97-AF65-F5344CB8AC3E}">
        <p14:creationId xmlns:p14="http://schemas.microsoft.com/office/powerpoint/2010/main" val="1061454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3D46A-3F59-C016-1727-34F05DAAA50A}"/>
              </a:ext>
            </a:extLst>
          </p:cNvPr>
          <p:cNvSpPr>
            <a:spLocks noGrp="1"/>
          </p:cNvSpPr>
          <p:nvPr>
            <p:ph type="ctrTitle"/>
          </p:nvPr>
        </p:nvSpPr>
        <p:spPr>
          <a:xfrm>
            <a:off x="-145744" y="0"/>
            <a:ext cx="7923932" cy="1219099"/>
          </a:xfrm>
        </p:spPr>
        <p:txBody>
          <a:bodyPr>
            <a:normAutofit/>
          </a:bodyPr>
          <a:lstStyle/>
          <a:p>
            <a:r>
              <a:rPr lang="en-IN" sz="3400" dirty="0">
                <a:latin typeface="Times New Roman" panose="02020603050405020304" pitchFamily="18" charset="0"/>
                <a:cs typeface="Times New Roman" panose="02020603050405020304" pitchFamily="18" charset="0"/>
              </a:rPr>
              <a:t>PHASE 04 : MODIFICATION</a:t>
            </a:r>
          </a:p>
        </p:txBody>
      </p:sp>
      <p:sp>
        <p:nvSpPr>
          <p:cNvPr id="3" name="Subtitle 2">
            <a:extLst>
              <a:ext uri="{FF2B5EF4-FFF2-40B4-BE49-F238E27FC236}">
                <a16:creationId xmlns:a16="http://schemas.microsoft.com/office/drawing/2014/main" id="{EE704DAC-3259-1769-71C6-E6870225AC71}"/>
              </a:ext>
            </a:extLst>
          </p:cNvPr>
          <p:cNvSpPr>
            <a:spLocks noGrp="1"/>
          </p:cNvSpPr>
          <p:nvPr>
            <p:ph type="subTitle" idx="1"/>
          </p:nvPr>
        </p:nvSpPr>
        <p:spPr>
          <a:xfrm>
            <a:off x="1046448" y="1530170"/>
            <a:ext cx="9144000" cy="1655762"/>
          </a:xfrm>
        </p:spPr>
        <p:txBody>
          <a:bodyPr>
            <a:noAutofit/>
          </a:bodyPr>
          <a:lstStyle/>
          <a:p>
            <a:pPr algn="just"/>
            <a:r>
              <a:rPr lang="en-US" sz="2000" dirty="0">
                <a:latin typeface="Times New Roman" panose="02020603050405020304" pitchFamily="18" charset="0"/>
                <a:cs typeface="Times New Roman" panose="02020603050405020304" pitchFamily="18" charset="0"/>
              </a:rPr>
              <a:t>In this stage,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was configured to monitor changes in the MAC address. Firstly, a check-mac.sh script was created for checking the MAC address of the system. Then,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was set up to execute the script and monitor the MAC change log. A Custom Rule with Rule ID 100100 was created to monitor the MAC_CHANGED message. Once a change in the MAC address was detected,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alerts and raises an alarm. As a result, the monitoring of MAC address changes is ensured in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to be able to detect possible security issues timely. The usage of such monitoring also allows simplifying the detection process since every change can be viewed in the logs and analyzed by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657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56EE02-D5CD-2558-94C5-ECB5DCCAC304}"/>
              </a:ext>
            </a:extLst>
          </p:cNvPr>
          <p:cNvPicPr>
            <a:picLocks noChangeAspect="1"/>
          </p:cNvPicPr>
          <p:nvPr/>
        </p:nvPicPr>
        <p:blipFill>
          <a:blip r:embed="rId3"/>
          <a:stretch>
            <a:fillRect/>
          </a:stretch>
        </p:blipFill>
        <p:spPr>
          <a:xfrm>
            <a:off x="2060293" y="376294"/>
            <a:ext cx="8391646" cy="1464081"/>
          </a:xfrm>
          <a:prstGeom prst="rect">
            <a:avLst/>
          </a:prstGeom>
        </p:spPr>
      </p:pic>
      <p:pic>
        <p:nvPicPr>
          <p:cNvPr id="5" name="Picture 4">
            <a:extLst>
              <a:ext uri="{FF2B5EF4-FFF2-40B4-BE49-F238E27FC236}">
                <a16:creationId xmlns:a16="http://schemas.microsoft.com/office/drawing/2014/main" id="{3370CE68-5893-F06A-3DF0-37C400AA1307}"/>
              </a:ext>
            </a:extLst>
          </p:cNvPr>
          <p:cNvPicPr>
            <a:picLocks noChangeAspect="1"/>
          </p:cNvPicPr>
          <p:nvPr/>
        </p:nvPicPr>
        <p:blipFill>
          <a:blip r:embed="rId4"/>
          <a:stretch>
            <a:fillRect/>
          </a:stretch>
        </p:blipFill>
        <p:spPr>
          <a:xfrm>
            <a:off x="2060293" y="2253940"/>
            <a:ext cx="8391646" cy="3776470"/>
          </a:xfrm>
          <a:prstGeom prst="rect">
            <a:avLst/>
          </a:prstGeom>
        </p:spPr>
      </p:pic>
    </p:spTree>
    <p:extLst>
      <p:ext uri="{BB962C8B-B14F-4D97-AF65-F5344CB8AC3E}">
        <p14:creationId xmlns:p14="http://schemas.microsoft.com/office/powerpoint/2010/main" val="3696087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551263D-FA5B-5D1A-2359-5B4349A78F47}"/>
              </a:ext>
            </a:extLst>
          </p:cNvPr>
          <p:cNvPicPr>
            <a:picLocks noChangeAspect="1"/>
          </p:cNvPicPr>
          <p:nvPr/>
        </p:nvPicPr>
        <p:blipFill>
          <a:blip r:embed="rId3"/>
          <a:stretch>
            <a:fillRect/>
          </a:stretch>
        </p:blipFill>
        <p:spPr>
          <a:xfrm>
            <a:off x="2051585" y="1809302"/>
            <a:ext cx="7937367" cy="4012763"/>
          </a:xfrm>
          <a:prstGeom prst="rect">
            <a:avLst/>
          </a:prstGeom>
        </p:spPr>
      </p:pic>
      <p:pic>
        <p:nvPicPr>
          <p:cNvPr id="7" name="Picture 6">
            <a:extLst>
              <a:ext uri="{FF2B5EF4-FFF2-40B4-BE49-F238E27FC236}">
                <a16:creationId xmlns:a16="http://schemas.microsoft.com/office/drawing/2014/main" id="{BA7A90D9-BAB5-C024-DF36-BF1A59FE16D0}"/>
              </a:ext>
            </a:extLst>
          </p:cNvPr>
          <p:cNvPicPr>
            <a:picLocks noChangeAspect="1"/>
          </p:cNvPicPr>
          <p:nvPr/>
        </p:nvPicPr>
        <p:blipFill>
          <a:blip r:embed="rId4"/>
          <a:stretch>
            <a:fillRect/>
          </a:stretch>
        </p:blipFill>
        <p:spPr>
          <a:xfrm>
            <a:off x="2051585" y="1000282"/>
            <a:ext cx="7937366" cy="624894"/>
          </a:xfrm>
          <a:prstGeom prst="rect">
            <a:avLst/>
          </a:prstGeom>
        </p:spPr>
      </p:pic>
    </p:spTree>
    <p:extLst>
      <p:ext uri="{BB962C8B-B14F-4D97-AF65-F5344CB8AC3E}">
        <p14:creationId xmlns:p14="http://schemas.microsoft.com/office/powerpoint/2010/main" val="4054205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06CB2-2DCC-88AC-BD53-18BC4E1D15CF}"/>
              </a:ext>
            </a:extLst>
          </p:cNvPr>
          <p:cNvSpPr>
            <a:spLocks noGrp="1"/>
          </p:cNvSpPr>
          <p:nvPr>
            <p:ph type="ctrTitle"/>
          </p:nvPr>
        </p:nvSpPr>
        <p:spPr>
          <a:xfrm>
            <a:off x="-401257" y="-1193800"/>
            <a:ext cx="11609408" cy="2387600"/>
          </a:xfrm>
        </p:spPr>
        <p:txBody>
          <a:bodyPr>
            <a:normAutofit/>
          </a:bodyPr>
          <a:lstStyle/>
          <a:p>
            <a:r>
              <a:rPr lang="en-IN" sz="3400" dirty="0">
                <a:latin typeface="Times New Roman" panose="02020603050405020304" pitchFamily="18" charset="0"/>
                <a:cs typeface="Times New Roman" panose="02020603050405020304" pitchFamily="18" charset="0"/>
              </a:rPr>
              <a:t>PHASE 05 : SECURITY RECOMMENDATION</a:t>
            </a:r>
          </a:p>
        </p:txBody>
      </p:sp>
      <p:sp>
        <p:nvSpPr>
          <p:cNvPr id="3" name="Subtitle 2">
            <a:extLst>
              <a:ext uri="{FF2B5EF4-FFF2-40B4-BE49-F238E27FC236}">
                <a16:creationId xmlns:a16="http://schemas.microsoft.com/office/drawing/2014/main" id="{16B2B79B-638E-65CE-AC54-EE79ABE0760A}"/>
              </a:ext>
            </a:extLst>
          </p:cNvPr>
          <p:cNvSpPr>
            <a:spLocks noGrp="1"/>
          </p:cNvSpPr>
          <p:nvPr>
            <p:ph type="subTitle" idx="1"/>
          </p:nvPr>
        </p:nvSpPr>
        <p:spPr>
          <a:xfrm>
            <a:off x="1130460" y="1460722"/>
            <a:ext cx="9144000" cy="1655762"/>
          </a:xfrm>
        </p:spPr>
        <p:txBody>
          <a:bodyPr>
            <a:no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Monitor MAC Addresses: Use tools such as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to frequently check and document any changes in MAC addresses.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Enable Port Security: Set up the network switches to be able to block unauthorized MAC addresses.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Make Use of 802.1X Authentication: The method should guarantee that only authorized devices are allowed access into the network.</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Maintain an Updated Device Inventory: Have a firm record of all the devices and their corresponding MAC addresses.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Regular Log Review: Frequently look through the system’s logs for any irregularity such as the unauthorized change of a MAC address.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Conduct User Awareness Training: It is important to routinely educate the users and administrators on the possible risks and proper procedures concerning MAC spoofing attempts.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8775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AC214-B330-7346-9A8A-D842B4D7F177}"/>
              </a:ext>
            </a:extLst>
          </p:cNvPr>
          <p:cNvSpPr>
            <a:spLocks noGrp="1"/>
          </p:cNvSpPr>
          <p:nvPr>
            <p:ph type="ctrTitle"/>
          </p:nvPr>
        </p:nvSpPr>
        <p:spPr>
          <a:xfrm>
            <a:off x="-343382" y="-729586"/>
            <a:ext cx="12535382" cy="2387600"/>
          </a:xfrm>
        </p:spPr>
        <p:txBody>
          <a:bodyPr>
            <a:normAutofit/>
          </a:bodyPr>
          <a:lstStyle/>
          <a:p>
            <a:r>
              <a:rPr lang="en-IN" sz="3400" dirty="0">
                <a:latin typeface="Times New Roman" panose="02020603050405020304" pitchFamily="18" charset="0"/>
                <a:cs typeface="Times New Roman" panose="02020603050405020304" pitchFamily="18" charset="0"/>
              </a:rPr>
              <a:t>PHASE 06 : CONTROLLED IDENTITY – SPOOFING SIMULATION</a:t>
            </a:r>
          </a:p>
        </p:txBody>
      </p:sp>
      <p:sp>
        <p:nvSpPr>
          <p:cNvPr id="3" name="Subtitle 2">
            <a:extLst>
              <a:ext uri="{FF2B5EF4-FFF2-40B4-BE49-F238E27FC236}">
                <a16:creationId xmlns:a16="http://schemas.microsoft.com/office/drawing/2014/main" id="{0EF93BC9-B3B1-1FB3-D79B-07B7B5F55148}"/>
              </a:ext>
            </a:extLst>
          </p:cNvPr>
          <p:cNvSpPr>
            <a:spLocks noGrp="1"/>
          </p:cNvSpPr>
          <p:nvPr>
            <p:ph type="subTitle" idx="1"/>
          </p:nvPr>
        </p:nvSpPr>
        <p:spPr>
          <a:xfrm>
            <a:off x="1095737" y="2051031"/>
            <a:ext cx="9144000" cy="1655762"/>
          </a:xfrm>
        </p:spPr>
        <p:txBody>
          <a:bodyPr>
            <a:noAutofit/>
          </a:bodyPr>
          <a:lstStyle/>
          <a:p>
            <a:pPr algn="just"/>
            <a:r>
              <a:rPr lang="en-US" sz="2000" dirty="0">
                <a:latin typeface="Times New Roman" panose="02020603050405020304" pitchFamily="18" charset="0"/>
                <a:cs typeface="Times New Roman" panose="02020603050405020304" pitchFamily="18" charset="0"/>
              </a:rPr>
              <a:t>In this phase, it was necessary to change the MAC address for testing purposes in a closed laboratory environment. For this purpose, the original MAC address was changed to another test MAC address with the help of the </a:t>
            </a:r>
            <a:r>
              <a:rPr lang="en-US" sz="2000" dirty="0" err="1">
                <a:latin typeface="Times New Roman" panose="02020603050405020304" pitchFamily="18" charset="0"/>
                <a:cs typeface="Times New Roman" panose="02020603050405020304" pitchFamily="18" charset="0"/>
              </a:rPr>
              <a:t>Macchanger</a:t>
            </a:r>
            <a:r>
              <a:rPr lang="en-US" sz="2000" dirty="0">
                <a:latin typeface="Times New Roman" panose="02020603050405020304" pitchFamily="18" charset="0"/>
                <a:cs typeface="Times New Roman" panose="02020603050405020304" pitchFamily="18" charset="0"/>
              </a:rPr>
              <a:t> utility. The event of changing the MAC address was tracked by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which stored information about the old and new MAC addresses in the event log and raised an alert with Rule ID 100100. Thus, it was possible to test and verify the work of detecting a MAC address change.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08945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08A3B6-D864-1C3D-E974-0E7E63977EAE}"/>
              </a:ext>
            </a:extLst>
          </p:cNvPr>
          <p:cNvPicPr>
            <a:picLocks noChangeAspect="1"/>
          </p:cNvPicPr>
          <p:nvPr/>
        </p:nvPicPr>
        <p:blipFill>
          <a:blip r:embed="rId3"/>
          <a:stretch>
            <a:fillRect/>
          </a:stretch>
        </p:blipFill>
        <p:spPr>
          <a:xfrm>
            <a:off x="2152891" y="1023636"/>
            <a:ext cx="8194876" cy="4810727"/>
          </a:xfrm>
          <a:prstGeom prst="rect">
            <a:avLst/>
          </a:prstGeom>
        </p:spPr>
      </p:pic>
    </p:spTree>
    <p:extLst>
      <p:ext uri="{BB962C8B-B14F-4D97-AF65-F5344CB8AC3E}">
        <p14:creationId xmlns:p14="http://schemas.microsoft.com/office/powerpoint/2010/main" val="4149486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9634AC1-7F6F-9BD2-9E55-B32A92C4217D}"/>
              </a:ext>
            </a:extLst>
          </p:cNvPr>
          <p:cNvPicPr>
            <a:picLocks noChangeAspect="1"/>
          </p:cNvPicPr>
          <p:nvPr/>
        </p:nvPicPr>
        <p:blipFill>
          <a:blip r:embed="rId3"/>
          <a:stretch>
            <a:fillRect/>
          </a:stretch>
        </p:blipFill>
        <p:spPr>
          <a:xfrm>
            <a:off x="2534856" y="698580"/>
            <a:ext cx="7315199" cy="5181359"/>
          </a:xfrm>
          <a:prstGeom prst="rect">
            <a:avLst/>
          </a:prstGeom>
        </p:spPr>
      </p:pic>
    </p:spTree>
    <p:extLst>
      <p:ext uri="{BB962C8B-B14F-4D97-AF65-F5344CB8AC3E}">
        <p14:creationId xmlns:p14="http://schemas.microsoft.com/office/powerpoint/2010/main" val="8989194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474E0-D89D-9C81-3F3B-663E00D088F6}"/>
              </a:ext>
            </a:extLst>
          </p:cNvPr>
          <p:cNvSpPr>
            <a:spLocks noGrp="1"/>
          </p:cNvSpPr>
          <p:nvPr>
            <p:ph type="ctrTitle"/>
          </p:nvPr>
        </p:nvSpPr>
        <p:spPr>
          <a:xfrm>
            <a:off x="-1647463" y="-1193800"/>
            <a:ext cx="8129286" cy="2387600"/>
          </a:xfrm>
        </p:spPr>
        <p:txBody>
          <a:bodyPr>
            <a:normAutofit/>
          </a:bodyPr>
          <a:lstStyle/>
          <a:p>
            <a:r>
              <a:rPr lang="en-IN" sz="3400" dirty="0">
                <a:latin typeface="Times New Roman" panose="02020603050405020304" pitchFamily="18" charset="0"/>
                <a:cs typeface="Times New Roman" panose="02020603050405020304" pitchFamily="18" charset="0"/>
              </a:rPr>
              <a:t>LIMITATIONS</a:t>
            </a:r>
          </a:p>
        </p:txBody>
      </p:sp>
      <p:sp>
        <p:nvSpPr>
          <p:cNvPr id="3" name="Subtitle 2">
            <a:extLst>
              <a:ext uri="{FF2B5EF4-FFF2-40B4-BE49-F238E27FC236}">
                <a16:creationId xmlns:a16="http://schemas.microsoft.com/office/drawing/2014/main" id="{5AB8DA90-C1EB-7D55-D5AF-B45DA0B26759}"/>
              </a:ext>
            </a:extLst>
          </p:cNvPr>
          <p:cNvSpPr>
            <a:spLocks noGrp="1"/>
          </p:cNvSpPr>
          <p:nvPr>
            <p:ph type="subTitle" idx="1"/>
          </p:nvPr>
        </p:nvSpPr>
        <p:spPr>
          <a:xfrm>
            <a:off x="902825" y="1368647"/>
            <a:ext cx="10332334" cy="1655762"/>
          </a:xfrm>
        </p:spPr>
        <p:txBody>
          <a:bodyPr>
            <a:no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Limited Testing Environment – Only limited testing environment was used for the project which is a controlled VMware lab and not an actual network environment.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Few Devices Tested – Limited testing was done on different devices and MAC addresses.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Focus on MAC Address Changes – Mostly the project revolves around detecting and monitoring the changes in the Media Access Control (MAC) Addresses.</a:t>
            </a:r>
          </a:p>
          <a:p>
            <a:pPr marL="342900" indent="-342900" algn="just">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Configuration – The detection and monitoring of the MAC Addresses required proper configuration of the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which might not be possible in all cases.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Not All Aspects of the Attack – The project does not address all aspects and types of attacks or network security problems.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MAC Address Alone is not sufficient – Detection of unauthorized devices using a MAC Address is not enough to have a completely secured network and some other security measures should be added.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8485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C554B-F856-ED22-E1AC-D832EAA3FA5B}"/>
              </a:ext>
            </a:extLst>
          </p:cNvPr>
          <p:cNvSpPr>
            <a:spLocks noGrp="1"/>
          </p:cNvSpPr>
          <p:nvPr>
            <p:ph type="ctrTitle"/>
          </p:nvPr>
        </p:nvSpPr>
        <p:spPr>
          <a:xfrm>
            <a:off x="-1342663" y="-1111551"/>
            <a:ext cx="10031393" cy="2387600"/>
          </a:xfrm>
        </p:spPr>
        <p:txBody>
          <a:bodyPr>
            <a:normAutofit/>
          </a:bodyPr>
          <a:lstStyle/>
          <a:p>
            <a:r>
              <a:rPr lang="en-IN" sz="3400" dirty="0">
                <a:latin typeface="Times New Roman" panose="02020603050405020304" pitchFamily="18" charset="0"/>
                <a:cs typeface="Times New Roman" panose="02020603050405020304" pitchFamily="18" charset="0"/>
              </a:rPr>
              <a:t>FUTURE IMPROVEMENTS</a:t>
            </a:r>
          </a:p>
        </p:txBody>
      </p:sp>
      <p:sp>
        <p:nvSpPr>
          <p:cNvPr id="3" name="Subtitle 2">
            <a:extLst>
              <a:ext uri="{FF2B5EF4-FFF2-40B4-BE49-F238E27FC236}">
                <a16:creationId xmlns:a16="http://schemas.microsoft.com/office/drawing/2014/main" id="{B29464E7-88DD-C3A6-2EC4-C8A32E7379C1}"/>
              </a:ext>
            </a:extLst>
          </p:cNvPr>
          <p:cNvSpPr>
            <a:spLocks noGrp="1"/>
          </p:cNvSpPr>
          <p:nvPr>
            <p:ph type="subTitle" idx="1"/>
          </p:nvPr>
        </p:nvSpPr>
        <p:spPr>
          <a:xfrm>
            <a:off x="1257782" y="1773238"/>
            <a:ext cx="9144000" cy="1655762"/>
          </a:xfrm>
        </p:spPr>
        <p:txBody>
          <a:bodyPr>
            <a:no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Check the assigned MAC address regularly to ensure that no unauthorized alterations have occurred.</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Conduct the test using different devices for the experiment's improvement.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 more rules to the </a:t>
            </a:r>
            <a:r>
              <a:rPr lang="en-US" sz="2000" dirty="0" err="1">
                <a:latin typeface="Times New Roman" panose="02020603050405020304" pitchFamily="18" charset="0"/>
                <a:cs typeface="Times New Roman" panose="02020603050405020304" pitchFamily="18" charset="0"/>
              </a:rPr>
              <a:t>Wazuh</a:t>
            </a:r>
            <a:r>
              <a:rPr lang="en-US" sz="2000" dirty="0">
                <a:latin typeface="Times New Roman" panose="02020603050405020304" pitchFamily="18" charset="0"/>
                <a:cs typeface="Times New Roman" panose="02020603050405020304" pitchFamily="18" charset="0"/>
              </a:rPr>
              <a:t> tool in order to identify other security issues.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Set up an email or any other type of notification for an automatic alert system when the change of a MAC address is detected.</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Enhance the security system by integrating a combination of user credentials, IP address, and MAC address as identification data.</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015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14830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2935</TotalTime>
  <Words>2002</Words>
  <Application>Microsoft Office PowerPoint</Application>
  <PresentationFormat>Widescreen</PresentationFormat>
  <Paragraphs>97</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Times New Roman</vt:lpstr>
      <vt:lpstr>Office Theme</vt:lpstr>
      <vt:lpstr>MACCHANGER AND WAZUH OPEN SOURCE SIEM </vt:lpstr>
      <vt:lpstr>PROJECT OVERVIEW</vt:lpstr>
      <vt:lpstr>PROBLEM STATEMENT</vt:lpstr>
      <vt:lpstr>OBJECTIVES</vt:lpstr>
      <vt:lpstr>TOOLS AND TECHNOLOGIES </vt:lpstr>
      <vt:lpstr>PowerPoint Presentation</vt:lpstr>
      <vt:lpstr>LAB ENVIRONMENT</vt:lpstr>
      <vt:lpstr>PowerPoint Presentation</vt:lpstr>
      <vt:lpstr>NETWORK ARCHITECTURE</vt:lpstr>
      <vt:lpstr>PHASE 1 – MAC &amp; NETWORK SECURITY BASIC</vt:lpstr>
      <vt:lpstr>PowerPoint Presentation</vt:lpstr>
      <vt:lpstr>PowerPoint Presentation</vt:lpstr>
      <vt:lpstr>PHASE 2 : MAC SPOOFING WITH MACCHANGER  </vt:lpstr>
      <vt:lpstr>PowerPoint Presentation</vt:lpstr>
      <vt:lpstr>PHASE 3 : CONTROLLED MAC FILTERING SIMULATION </vt:lpstr>
      <vt:lpstr>PowerPoint Presentation</vt:lpstr>
      <vt:lpstr>PowerPoint Presentation</vt:lpstr>
      <vt:lpstr>PowerPoint Presentation</vt:lpstr>
      <vt:lpstr>PHASE 04 : MODIFICATION</vt:lpstr>
      <vt:lpstr>PowerPoint Presentation</vt:lpstr>
      <vt:lpstr>PowerPoint Presentation</vt:lpstr>
      <vt:lpstr>PHASE 05 : SECURITY RECOMMENDATION</vt:lpstr>
      <vt:lpstr>PHASE 06 : CONTROLLED IDENTITY – SPOOFING SIMULATION</vt:lpstr>
      <vt:lpstr>PowerPoint Presentation</vt:lpstr>
      <vt:lpstr>PowerPoint Presentation</vt:lpstr>
      <vt:lpstr>LIMITATIONS</vt:lpstr>
      <vt:lpstr>FUTURE IMPROVEMENTS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mdmustafachand2@gmail.com</dc:creator>
  <cp:lastModifiedBy>mdmustafachand2@gmail.com</cp:lastModifiedBy>
  <cp:revision>4</cp:revision>
  <dcterms:created xsi:type="dcterms:W3CDTF">2026-09-27T14:14:13Z</dcterms:created>
  <dcterms:modified xsi:type="dcterms:W3CDTF">2026-10-04T13:48:37Z</dcterms:modified>
</cp:coreProperties>
</file>